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あいち企業内診断士の会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solidFill>
            <a:srgbClr val="132840"/>
          </a:solidFill>
          <a:ln w="9525">
            <a:solidFill>
              <a:srgbClr val="7A9C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74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新人診断士のための実践コミュニティ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4114800" cy="0"/>
          </a:xfrm>
          <a:prstGeom prst="line">
            <a:avLst/>
          </a:prstGeom>
          <a:noFill/>
          <a:ln w="9525">
            <a:solidFill>
              <a:srgbClr val="7A9C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愛知県中小企業診断士協会　あいち企業内診断士の会
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会長　加藤智康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中小企業診断士　新人向けプレゼンテーション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登録直後の「あるある」── 3つの悩み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78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実務経験がない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28600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9572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資格は取った。でも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診断士として何をすれば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いいか分からない…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78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2900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横のつながりがない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0" y="228600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239572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同じ立場の仲間が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周りにいない。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孤独に感じている…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914400"/>
            <a:ext cx="2560320" cy="32004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914400"/>
            <a:ext cx="256032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07899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263640" y="162763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方向性が見えない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63640" y="2286000"/>
            <a:ext cx="228600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39572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副業？独立？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キャリアのイメージが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まったくつかない…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登録したことで、むしろ「迷い」が増えた——その気持ち、よく分かります。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その悩み、解決できる場があります。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8046720" cy="1051560"/>
          </a:xfrm>
          <a:prstGeom prst="rect">
            <a:avLst/>
          </a:prstGeom>
          <a:solidFill>
            <a:srgbClr val="132840"/>
          </a:solidFill>
          <a:ln w="12700">
            <a:solidFill>
              <a:srgbClr val="7A9C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137160" cy="10515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657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718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9718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NPO支援を通じて、診断士として実際に動ける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3657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7472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347472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同じ境遇の仲間と出会い、横のつながりが生まれる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6576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9776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自分のキャリアの方向性が具体的に見えてくる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この会で得られる「3つの価値」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96112"/>
            <a:ext cx="260604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896112"/>
            <a:ext cx="2606040" cy="128016"/>
          </a:xfrm>
          <a:prstGeom prst="rect">
            <a:avLst/>
          </a:prstGeom>
          <a:solidFill>
            <a:srgbClr val="3D6098"/>
          </a:solidFill>
          <a:ln w="12700">
            <a:solidFill>
              <a:srgbClr val="3D609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09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学び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2240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月次勉強会・事例研究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他業種メンバーから学ぶ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実際の経営課題に触れる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896112"/>
            <a:ext cx="2606040" cy="39319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896112"/>
            <a:ext cx="2606040" cy="12801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D609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つながり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3756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ネットワーク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606040"/>
            <a:ext cx="224028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同じ立場の仲間と出会う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業種・年代を超えた人脈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相談できる関係が生まれる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80760" y="896112"/>
            <a:ext cx="2606040" cy="3931920"/>
          </a:xfrm>
          <a:prstGeom prst="rect">
            <a:avLst/>
          </a:prstGeom>
          <a:solidFill>
            <a:srgbClr val="0B1F3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896112"/>
            <a:ext cx="2606040" cy="128016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0789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③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72200" y="1572768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172200" y="223113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← 最大の強み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40280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4320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NPO支援で実際に動く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17920" y="321868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ヒアリング・分析・提言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69417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NPO支援活動として積める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実践の中身 ── NPO支援で「本物の経験」を積む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960120"/>
            <a:ext cx="178308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960120"/>
            <a:ext cx="1783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ヒアリング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993392"/>
            <a:ext cx="15087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NPOの課題・現状を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メンバーでヒアリング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実態を把握する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32304" y="2240280"/>
            <a:ext cx="164592" cy="0"/>
          </a:xfrm>
          <a:prstGeom prst="line">
            <a:avLst/>
          </a:prstGeom>
          <a:noFill/>
          <a:ln w="19050">
            <a:solidFill>
              <a:srgbClr val="3D609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2075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960120"/>
            <a:ext cx="178308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51760" y="960120"/>
            <a:ext cx="1783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分析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788920" y="1993392"/>
            <a:ext cx="15087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情報をもとに強み・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課題を整理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SWOT等で構造化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9704" y="2240280"/>
            <a:ext cx="164592" cy="0"/>
          </a:xfrm>
          <a:prstGeom prst="line">
            <a:avLst/>
          </a:prstGeom>
          <a:noFill/>
          <a:ln w="19050">
            <a:solidFill>
              <a:srgbClr val="3D609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075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960120"/>
            <a:ext cx="178308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60120"/>
            <a:ext cx="1783080" cy="40233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提言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846320" y="1993392"/>
            <a:ext cx="15087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改善案を作成して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代表者にプレゼン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FBをもらう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47104" y="2240280"/>
            <a:ext cx="164592" cy="0"/>
          </a:xfrm>
          <a:prstGeom prst="line">
            <a:avLst/>
          </a:prstGeom>
          <a:noFill/>
          <a:ln w="19050">
            <a:solidFill>
              <a:srgbClr val="3D609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0756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6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66560" y="960120"/>
            <a:ext cx="1783080" cy="2560320"/>
          </a:xfrm>
          <a:prstGeom prst="rect">
            <a:avLst/>
          </a:prstGeom>
          <a:solidFill>
            <a:srgbClr val="0B1F3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960120"/>
            <a:ext cx="1783080" cy="40233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960120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1417320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903720" y="1993392"/>
            <a:ext cx="1508760" cy="0"/>
          </a:xfrm>
          <a:prstGeom prst="line">
            <a:avLst/>
          </a:prstGeom>
          <a:noFill/>
          <a:ln w="6350">
            <a:solidFill>
              <a:srgbClr val="3D609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084832"/>
            <a:ext cx="1600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一定時間の活動で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協会へのNPO支援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実績として申請可能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703320"/>
            <a:ext cx="8229600" cy="713232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703320"/>
            <a:ext cx="118872" cy="7132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370332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NPO支援活動として積み上げることで、診断士としてのキャリアが具体的に前進します。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NPO支援で磨かれる「診断の目」── 営利企業との違いが武器になる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NPO法人の特徴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08760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使命（ミッション）優先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利益ではなく社会的使命が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意思決定の中心にある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96312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資金制約が常に存在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補助金・寄付に依存した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リソース配分の難しさ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83864"/>
            <a:ext cx="3749040" cy="868680"/>
          </a:xfrm>
          <a:prstGeom prst="rect">
            <a:avLst/>
          </a:prstGeom>
          <a:solidFill>
            <a:srgbClr val="D6EFE0"/>
          </a:solidFill>
          <a:ln w="6350">
            <a:solidFill>
              <a:srgbClr val="A8D8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83864"/>
            <a:ext cx="109728" cy="86868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6B3A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多様なステークホルダー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8953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行政・企業・地域住民など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利害関係が複雑に絡み合う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914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営利企業の診断に活きる視点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1508760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1508760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5544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数字に表れない価値を読む力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財務数値だけでは見えない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組織の「本質課題」を掴む目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2496312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96312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25420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制約の中の最適解を考える力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20640" y="2907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予算・人材が限られた状況での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現実的な改善策を設計できる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483864"/>
            <a:ext cx="3749040" cy="868680"/>
          </a:xfrm>
          <a:prstGeom prst="rect">
            <a:avLst/>
          </a:prstGeom>
          <a:solidFill>
            <a:srgbClr val="D9E5F2"/>
          </a:solidFill>
          <a:ln w="6350">
            <a:solidFill>
              <a:srgbClr val="B8CC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3483864"/>
            <a:ext cx="109728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5295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多面的な視点で合意形成する力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20640" y="38953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複雑な利害関係者調整の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経験が交渉・調整力に変わる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51960" y="2423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NPOで培った「本質を見る目」は、あらゆる業種・規模の診断で必ず活きます。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社会課題に関わる中で、自然と視野が広がる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NPO支援を通じて関わる組織は、多様な人々が集まる場所。
</a:t>
            </a:r>
            <a:pPr algn="l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活動を続ける中で、自然と多様な価値観・背景を持つ方々と協働する機会が生まれます。
</a:t>
            </a:r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DE&amp;Iは「掲げるスローガン」ではなく、実践の中で自然に体感するもの。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760720" y="914400"/>
            <a:ext cx="2926080" cy="283464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914400"/>
            <a:ext cx="2926080" cy="11887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0" y="107899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2026年3月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4630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国際女性デー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運営に携わり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新聞掲載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943600" y="2697480"/>
            <a:ext cx="256032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788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愛知県内の主要新聞に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取り上げられました。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「活動の質」の証明です。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8229600" cy="804672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86200"/>
            <a:ext cx="118872" cy="80467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8620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「どんな活動をしているか」が、名刺代わりになる時代です。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参加することで起きる「3つの変化」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14400"/>
            <a:ext cx="11887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NPO支援の実績が積める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NPO支援活動を通じて「動いた実績」ができます。協会への活動申請にも直接使えます。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1097280"/>
            <a:ext cx="1920240" cy="731520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972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実践的な支援活動の積み上げ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48840"/>
            <a:ext cx="11887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240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2240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仲間ができる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325880" y="2697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同じ「企業内診断士」として悩んでいる仲間と出会えます。横のつながりがあるだけで前に進みやすくなります。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75120" y="2331720"/>
            <a:ext cx="1920240" cy="731520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331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業種・年代を超えた人脈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5F7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83280"/>
            <a:ext cx="118872" cy="10972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A9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3474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1F3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キャリアの選択肢が広がる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25880" y="3931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副業・独立・社内活用など、自分に合ったキャリアのヒントが見つかります。先輩診断士の声も聞けます。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3566160"/>
            <a:ext cx="1920240" cy="731520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566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自分の未来が具体化する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85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まず、1回参加してみてください。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B8CCE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何かが変わります。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4572000" cy="0"/>
          </a:xfrm>
          <a:prstGeom prst="line">
            <a:avLst/>
          </a:prstGeom>
          <a:noFill/>
          <a:ln w="9525">
            <a:solidFill>
              <a:srgbClr val="7A9C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7860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合わなければ辞めて構いません。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08152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A9CC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でも、迷っているなら動いてみることが一番の近道です。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8444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診断士として「次の一歩」を、一緒に踏み出しましょう。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4572000" cy="475488"/>
          </a:xfrm>
          <a:prstGeom prst="rect">
            <a:avLst/>
          </a:prstGeom>
          <a:solidFill>
            <a:srgbClr val="132840"/>
          </a:solidFill>
          <a:ln w="9525">
            <a:solidFill>
              <a:srgbClr val="7A9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690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CCE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あいち企業内診断士の会　会長　加藤智康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B1F3F"/>
          </a:solidFill>
          <a:ln w="12700">
            <a:solidFill>
              <a:srgbClr val="0B1F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あいち企業内診断士の会 ── 基本情報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0"/>
          </a:xfrm>
          <a:prstGeom prst="line">
            <a:avLst/>
          </a:prstGeom>
          <a:noFill/>
          <a:ln w="6350">
            <a:solidFill>
              <a:srgbClr val="1B3A6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420624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設立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2019年度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愛知県中小企業診断士協会 傘下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活動頻度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月1〜2回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勉強会・NPO支援活動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メンバー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企業内診断士中心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業種・年代ともに多様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NPO支援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申請可能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支援活動を通じて実績として積めます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入会方法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1F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まず見学からでもOK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お気軽にご相談ください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D9E5F2"/>
          </a:solidFill>
          <a:ln w="12700">
            <a:solidFill>
              <a:srgbClr val="B8CC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B3A6B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「会社で培った力を、社会で試せる場」── あいち企業内診断士の会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あいち企業内診断士の会</dc:title>
  <dc:subject>PptxGenJS Presentation</dc:subject>
  <dc:creator>加藤智康</dc:creator>
  <cp:lastModifiedBy>加藤智康</cp:lastModifiedBy>
  <cp:revision>1</cp:revision>
  <dcterms:created xsi:type="dcterms:W3CDTF">2026-03-19T10:39:52Z</dcterms:created>
  <dcterms:modified xsi:type="dcterms:W3CDTF">2026-03-19T10:39:52Z</dcterms:modified>
</cp:coreProperties>
</file>