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あいち企業内診断士の会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solidFill>
            <a:srgbClr val="132840"/>
          </a:solidFill>
          <a:ln w="9525">
            <a:solidFill>
              <a:srgbClr val="7A9C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愛知県中小企業診断士協会　研究会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114800" cy="0"/>
          </a:xfrm>
          <a:prstGeom prst="line">
            <a:avLst/>
          </a:prstGeom>
          <a:noFill/>
          <a:ln w="9525">
            <a:solidFill>
              <a:srgbClr val="7A9C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愛知県中小企業診断士協会　あいち企業内診断士の会
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会長　加藤智康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中小企業診断士　登録直後の方へ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あいち企業内診断士の会 ── 基本情報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2019年度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愛知県中小企業診断士協会 傘下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活動頻度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月1〜2回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勉強会・NPO支援活動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メンバー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企業内診断士中心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業種・年代ともに多様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NPO支援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申請可能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支援活動を通じて実績として積めます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入会方法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まず見学からでもOK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お気軽にご相談ください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「会社で培った力を、社会で試せる場」── あいち企業内診断士の会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登録直後の「あるある」── 3つの悩み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実務経験がない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130552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資格は取った。でも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診断士として何をすれば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いいか分からない…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78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横のつながりがない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29000" y="2130552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22199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同じ立場の仲間が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周りにいない。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孤独に感じている…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560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78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貢献の実感がない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2130552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22199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資格を持っていても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社会に関われている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実感がわかない…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94760"/>
            <a:ext cx="118872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94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その悩み、あいち企業内診断士の会で解決できます。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この会で得られる「3つの価値」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96112"/>
            <a:ext cx="260604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2606040" cy="128016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09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学び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2240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月次勉強会・事例研究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他業種メンバーから学ぶ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実際の経営課題に触れる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896112"/>
            <a:ext cx="260604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96112"/>
            <a:ext cx="260604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09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つながり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3756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606040"/>
            <a:ext cx="2240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同じ立場の仲間と出会う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業種・年代を超えた人脈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相談できる関係が生まれる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896112"/>
            <a:ext cx="2606040" cy="3931920"/>
          </a:xfrm>
          <a:prstGeom prst="rect">
            <a:avLst/>
          </a:prstGeom>
          <a:solidFill>
            <a:srgbClr val="0B1F3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896112"/>
            <a:ext cx="2606040" cy="128016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最大の強み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40280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NPO支援で実際に動く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ヒアリング・分析・提言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NPO支援活動として積める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実践の中身 ── NPO支援で「本物の経験」を積む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1261872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68680"/>
            <a:ext cx="1261872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29844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ヒアリング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847088"/>
            <a:ext cx="1078992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9385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NPOの現状・課題を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メンバーでヒアリング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代表者の声を直接聞く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27632" y="23042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92224" y="868680"/>
            <a:ext cx="1261872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92224" y="868680"/>
            <a:ext cx="1261872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8686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37944" y="129844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分析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83664" y="1847088"/>
            <a:ext cx="1078992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19385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収集情報をもとに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強み・課題を整理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SWOT等で構造化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72384" y="23042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36976" y="868680"/>
            <a:ext cx="1261872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6976" y="868680"/>
            <a:ext cx="1261872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8686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82696" y="129844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28416" y="1847088"/>
            <a:ext cx="1078992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9385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具体的な改善案を作成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代表者へプレゼン実施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フィードバックを受ける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17136" y="23042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81728" y="868680"/>
            <a:ext cx="1261872" cy="3200400"/>
          </a:xfrm>
          <a:prstGeom prst="rect">
            <a:avLst/>
          </a:prstGeom>
          <a:solidFill>
            <a:srgbClr val="0B1F3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868680"/>
            <a:ext cx="1261872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8686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27448" y="1298448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73168" y="1847088"/>
            <a:ext cx="1078992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385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一定時間の活動で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協会へのNPO支援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実績として申請可能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16752" y="1005840"/>
            <a:ext cx="2898648" cy="384048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100584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実績例：NPO支援報告会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16752" y="1380744"/>
            <a:ext cx="2898648" cy="216164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0" descr="/sessions/peaceful-lucid-darwin/mnt/2026年中部診断士/使う_NPO支援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16752" y="1380744"/>
            <a:ext cx="2898648" cy="216164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6016752" y="3542386"/>
            <a:ext cx="2898648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16752" y="354238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ボランタリーネイバーズ（VNS）支援報告会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47472" y="4224528"/>
            <a:ext cx="8567928" cy="54864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47472" y="4224528"/>
            <a:ext cx="109728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0352" y="42245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NPO支援は「ヒアリング→分析→提言」の実戦経験であり、診断士として最短で力をつける方法です。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NPO支援で磨かれる「診断の目」── 営利企業との違いが武器になる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NPO法人の特徴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使命（ミッション）優先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利益ではなく社会的使命が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意思決定の中心にある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96312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資金制約が常に存在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補助金・寄付に依存した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リソース配分の難しさ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83864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多様なステークホルダー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953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行政・企業・地域住民など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利害関係が複雑に絡み合う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営利企業の診断に活きる視点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508760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508760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数字に表れない価値を読む力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財務数値だけでは見えない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組織の「本質課題」を掴む目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496312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96312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制約の中の最適解を考える力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予算・人材が限られた状況での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現実的な改善策を設計できる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483864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483864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多面的な視点で合意形成する力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8953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複雑な利害関係者調整の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経験が交渉・調整力に変わる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NPOで培った「本質を見る目」は、あらゆる業種・規模の診断で必ず活きます。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まず、1回参加してみてください。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何かが変わります。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5303520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合わなければ辞めて構いません。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でも、迷っているなら動いてみることが一番の近道です。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NPO支援・DE&amp;I推進など、診断士として「社会に関わる一歩」を一緒に踏み出しましょう。</a:t>
            </a:r>
            <a:endParaRPr lang="en-US" sz="1300" dirty="0"/>
          </a:p>
        </p:txBody>
      </p:sp>
      <p:pic>
        <p:nvPicPr>
          <p:cNvPr id="10" name="Image 0" descr="/sessions/peaceful-lucid-darwin/mnt/2026年中部診断士/使う_国際女性デー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74320"/>
            <a:ext cx="2926080" cy="260238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43600" y="274320"/>
            <a:ext cx="1371600" cy="3017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743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DE&amp;I 運営協力</a:t>
            </a:r>
            <a:endParaRPr lang="en-US" sz="900" dirty="0"/>
          </a:p>
        </p:txBody>
      </p:sp>
      <p:pic>
        <p:nvPicPr>
          <p:cNvPr id="13" name="Image 1" descr="/sessions/peaceful-lucid-darwin/mnt/2026年中部診断士/中日新聞記事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734056"/>
            <a:ext cx="2958084" cy="17465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4498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中日新聞 2026年3月掲載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03520" cy="475488"/>
          </a:xfrm>
          <a:prstGeom prst="rect">
            <a:avLst/>
          </a:prstGeom>
          <a:solidFill>
            <a:srgbClr val="132840"/>
          </a:solidFill>
          <a:ln w="9525">
            <a:solidFill>
              <a:srgbClr val="7A9CC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40690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あいち企業内診断士の会　会長　加藤智康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あいち企業内診断士の会</dc:title>
  <dc:subject>PptxGenJS Presentation</dc:subject>
  <dc:creator>加藤智康</dc:creator>
  <cp:lastModifiedBy>加藤智康</cp:lastModifiedBy>
  <cp:revision>1</cp:revision>
  <dcterms:created xsi:type="dcterms:W3CDTF">2026-03-20T14:14:26Z</dcterms:created>
  <dcterms:modified xsi:type="dcterms:W3CDTF">2026-03-20T14:14:26Z</dcterms:modified>
</cp:coreProperties>
</file>