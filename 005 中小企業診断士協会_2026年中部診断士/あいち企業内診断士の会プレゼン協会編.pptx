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6327"/>
  </p:normalViewPr>
  <p:slideViewPr>
    <p:cSldViewPr snapToGrid="0">
      <p:cViewPr varScale="1">
        <p:scale>
          <a:sx n="123" d="100"/>
          <a:sy n="123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O TOMOYASU" userId="52f2ed917ac59343" providerId="LiveId" clId="{8907C20F-C416-5E4D-962F-354657D84348}"/>
    <pc:docChg chg="modSld">
      <pc:chgData name="KATO TOMOYASU" userId="52f2ed917ac59343" providerId="LiveId" clId="{8907C20F-C416-5E4D-962F-354657D84348}" dt="2021-12-12T01:18:40.691" v="0" actId="1076"/>
      <pc:docMkLst>
        <pc:docMk/>
      </pc:docMkLst>
      <pc:sldChg chg="modSp mod">
        <pc:chgData name="KATO TOMOYASU" userId="52f2ed917ac59343" providerId="LiveId" clId="{8907C20F-C416-5E4D-962F-354657D84348}" dt="2021-12-12T01:18:40.691" v="0" actId="1076"/>
        <pc:sldMkLst>
          <pc:docMk/>
          <pc:sldMk cId="3976952940" sldId="259"/>
        </pc:sldMkLst>
        <pc:picChg chg="mod">
          <ac:chgData name="KATO TOMOYASU" userId="52f2ed917ac59343" providerId="LiveId" clId="{8907C20F-C416-5E4D-962F-354657D84348}" dt="2021-12-12T01:18:40.691" v="0" actId="1076"/>
          <ac:picMkLst>
            <pc:docMk/>
            <pc:sldMk cId="3976952940" sldId="259"/>
            <ac:picMk id="5" creationId="{34E3C6F0-4AE6-45A6-A7DF-52E49D71278A}"/>
          </ac:picMkLst>
        </pc:picChg>
      </pc:sldChg>
    </pc:docChg>
  </pc:docChgLst>
  <pc:docChgLst>
    <pc:chgData name="KATO TOMOYASU" userId="52f2ed917ac59343" providerId="LiveId" clId="{817F332F-47BB-0243-8DDA-993854FC9EC2}"/>
    <pc:docChg chg="custSel modSld">
      <pc:chgData name="KATO TOMOYASU" userId="52f2ed917ac59343" providerId="LiveId" clId="{817F332F-47BB-0243-8DDA-993854FC9EC2}" dt="2021-06-22T11:40:31.941" v="53" actId="20577"/>
      <pc:docMkLst>
        <pc:docMk/>
      </pc:docMkLst>
      <pc:sldChg chg="addSp delSp modSp mod">
        <pc:chgData name="KATO TOMOYASU" userId="52f2ed917ac59343" providerId="LiveId" clId="{817F332F-47BB-0243-8DDA-993854FC9EC2}" dt="2021-06-22T11:40:31.941" v="53" actId="20577"/>
        <pc:sldMkLst>
          <pc:docMk/>
          <pc:sldMk cId="1956316929" sldId="256"/>
        </pc:sldMkLst>
        <pc:spChg chg="mod">
          <ac:chgData name="KATO TOMOYASU" userId="52f2ed917ac59343" providerId="LiveId" clId="{817F332F-47BB-0243-8DDA-993854FC9EC2}" dt="2021-06-22T11:40:31.941" v="53" actId="20577"/>
          <ac:spMkLst>
            <pc:docMk/>
            <pc:sldMk cId="1956316929" sldId="256"/>
            <ac:spMk id="6" creationId="{6DC1885D-9509-424A-816B-CF1AD4A19830}"/>
          </ac:spMkLst>
        </pc:spChg>
        <pc:picChg chg="add mod">
          <ac:chgData name="KATO TOMOYASU" userId="52f2ed917ac59343" providerId="LiveId" clId="{817F332F-47BB-0243-8DDA-993854FC9EC2}" dt="2021-06-22T11:36:53.946" v="52" actId="167"/>
          <ac:picMkLst>
            <pc:docMk/>
            <pc:sldMk cId="1956316929" sldId="256"/>
            <ac:picMk id="2" creationId="{E3EA9902-F0E0-9F4A-9ABC-7841180A7524}"/>
          </ac:picMkLst>
        </pc:picChg>
        <pc:picChg chg="del">
          <ac:chgData name="KATO TOMOYASU" userId="52f2ed917ac59343" providerId="LiveId" clId="{817F332F-47BB-0243-8DDA-993854FC9EC2}" dt="2021-06-22T11:36:43.699" v="50" actId="478"/>
          <ac:picMkLst>
            <pc:docMk/>
            <pc:sldMk cId="1956316929" sldId="256"/>
            <ac:picMk id="5" creationId="{276C4541-5600-4EE4-A78D-3577ED1596CD}"/>
          </ac:picMkLst>
        </pc:picChg>
      </pc:sldChg>
      <pc:sldChg chg="modSp mod">
        <pc:chgData name="KATO TOMOYASU" userId="52f2ed917ac59343" providerId="LiveId" clId="{817F332F-47BB-0243-8DDA-993854FC9EC2}" dt="2021-06-22T10:23:05.064" v="44" actId="20577"/>
        <pc:sldMkLst>
          <pc:docMk/>
          <pc:sldMk cId="4264219475" sldId="261"/>
        </pc:sldMkLst>
        <pc:spChg chg="mod">
          <ac:chgData name="KATO TOMOYASU" userId="52f2ed917ac59343" providerId="LiveId" clId="{817F332F-47BB-0243-8DDA-993854FC9EC2}" dt="2021-06-22T10:23:05.064" v="44" actId="20577"/>
          <ac:spMkLst>
            <pc:docMk/>
            <pc:sldMk cId="4264219475" sldId="261"/>
            <ac:spMk id="2" creationId="{11A785F9-0853-43F8-8DF2-77F99D54A912}"/>
          </ac:spMkLst>
        </pc:spChg>
      </pc:sldChg>
      <pc:sldChg chg="modSp mod">
        <pc:chgData name="KATO TOMOYASU" userId="52f2ed917ac59343" providerId="LiveId" clId="{817F332F-47BB-0243-8DDA-993854FC9EC2}" dt="2021-06-22T10:22:59.139" v="35" actId="20577"/>
        <pc:sldMkLst>
          <pc:docMk/>
          <pc:sldMk cId="2290663568" sldId="262"/>
        </pc:sldMkLst>
        <pc:spChg chg="mod">
          <ac:chgData name="KATO TOMOYASU" userId="52f2ed917ac59343" providerId="LiveId" clId="{817F332F-47BB-0243-8DDA-993854FC9EC2}" dt="2021-06-22T10:22:59.139" v="35" actId="20577"/>
          <ac:spMkLst>
            <pc:docMk/>
            <pc:sldMk cId="2290663568" sldId="262"/>
            <ac:spMk id="2" creationId="{11A785F9-0853-43F8-8DF2-77F99D54A912}"/>
          </ac:spMkLst>
        </pc:spChg>
      </pc:sldChg>
      <pc:sldChg chg="modSp">
        <pc:chgData name="KATO TOMOYASU" userId="52f2ed917ac59343" providerId="LiveId" clId="{817F332F-47BB-0243-8DDA-993854FC9EC2}" dt="2021-06-22T10:23:19.145" v="49" actId="20577"/>
        <pc:sldMkLst>
          <pc:docMk/>
          <pc:sldMk cId="2684582845" sldId="264"/>
        </pc:sldMkLst>
        <pc:graphicFrameChg chg="mod">
          <ac:chgData name="KATO TOMOYASU" userId="52f2ed917ac59343" providerId="LiveId" clId="{817F332F-47BB-0243-8DDA-993854FC9EC2}" dt="2021-06-22T10:23:19.145" v="49" actId="20577"/>
          <ac:graphicFrameMkLst>
            <pc:docMk/>
            <pc:sldMk cId="2684582845" sldId="264"/>
            <ac:graphicFrameMk id="27" creationId="{69A00675-290B-4D8C-824F-7846A40E372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F39A11-E82B-43E6-9A96-ED3A220F13D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7C0447B-AFA7-46F8-841F-7217A66C9C95}">
      <dgm:prSet/>
      <dgm:spPr/>
      <dgm:t>
        <a:bodyPr/>
        <a:lstStyle/>
        <a:p>
          <a:r>
            <a:rPr kumimoji="1" lang="en-US" dirty="0"/>
            <a:t>NPO</a:t>
          </a:r>
          <a:r>
            <a:rPr kumimoji="1" lang="ja-JP"/>
            <a:t>支援</a:t>
          </a:r>
          <a:r>
            <a:rPr kumimoji="1" lang="ja-JP" altLang="en-US"/>
            <a:t>の土壌作り</a:t>
          </a:r>
          <a:endParaRPr lang="en-US" dirty="0"/>
        </a:p>
      </dgm:t>
    </dgm:pt>
    <dgm:pt modelId="{5A6276AA-2F64-450A-99E7-B0ECBA2A958F}" type="parTrans" cxnId="{DE213011-247F-498B-84C3-9D595785A988}">
      <dgm:prSet/>
      <dgm:spPr/>
      <dgm:t>
        <a:bodyPr/>
        <a:lstStyle/>
        <a:p>
          <a:endParaRPr lang="en-US"/>
        </a:p>
      </dgm:t>
    </dgm:pt>
    <dgm:pt modelId="{1F3B3F75-A5BA-47CD-82A4-C69BF998C877}" type="sibTrans" cxnId="{DE213011-247F-498B-84C3-9D595785A988}">
      <dgm:prSet/>
      <dgm:spPr/>
      <dgm:t>
        <a:bodyPr/>
        <a:lstStyle/>
        <a:p>
          <a:endParaRPr lang="en-US"/>
        </a:p>
      </dgm:t>
    </dgm:pt>
    <dgm:pt modelId="{DB1B7FD4-579F-47B1-A3E8-550CCACCA52B}">
      <dgm:prSet/>
      <dgm:spPr/>
      <dgm:t>
        <a:bodyPr/>
        <a:lstStyle/>
        <a:p>
          <a:r>
            <a:rPr kumimoji="1" lang="ja-JP" altLang="en-US"/>
            <a:t>研究会での</a:t>
          </a:r>
          <a:r>
            <a:rPr kumimoji="1" lang="ja-JP"/>
            <a:t>セミナー</a:t>
          </a:r>
          <a:r>
            <a:rPr lang="ja-JP"/>
            <a:t>開催</a:t>
          </a:r>
          <a:r>
            <a:rPr lang="ja-JP" altLang="en-US"/>
            <a:t>（毎月）</a:t>
          </a:r>
          <a:endParaRPr lang="en-US" dirty="0"/>
        </a:p>
      </dgm:t>
    </dgm:pt>
    <dgm:pt modelId="{8ACA8414-288C-4FFA-BADA-C38F5AEECD20}" type="parTrans" cxnId="{F6FBCCFA-6EA3-4957-992E-B8DED5241098}">
      <dgm:prSet/>
      <dgm:spPr/>
      <dgm:t>
        <a:bodyPr/>
        <a:lstStyle/>
        <a:p>
          <a:endParaRPr lang="en-US"/>
        </a:p>
      </dgm:t>
    </dgm:pt>
    <dgm:pt modelId="{1735EF77-72B2-4042-8820-446F776972E5}" type="sibTrans" cxnId="{F6FBCCFA-6EA3-4957-992E-B8DED5241098}">
      <dgm:prSet/>
      <dgm:spPr/>
      <dgm:t>
        <a:bodyPr/>
        <a:lstStyle/>
        <a:p>
          <a:endParaRPr lang="en-US"/>
        </a:p>
      </dgm:t>
    </dgm:pt>
    <dgm:pt modelId="{80F38D59-F1BF-444A-A4F4-6C9367B3015F}">
      <dgm:prSet/>
      <dgm:spPr/>
      <dgm:t>
        <a:bodyPr/>
        <a:lstStyle/>
        <a:p>
          <a:r>
            <a:rPr kumimoji="1" lang="ja-JP"/>
            <a:t>スキルアップセミナーの企画</a:t>
          </a:r>
          <a:endParaRPr lang="en-US" dirty="0"/>
        </a:p>
      </dgm:t>
    </dgm:pt>
    <dgm:pt modelId="{DEAA977B-DF97-477E-81F1-E80845DC3B57}" type="parTrans" cxnId="{59E2D5B1-8167-47C2-B27D-6E8E44FF9E5E}">
      <dgm:prSet/>
      <dgm:spPr/>
      <dgm:t>
        <a:bodyPr/>
        <a:lstStyle/>
        <a:p>
          <a:endParaRPr lang="en-US"/>
        </a:p>
      </dgm:t>
    </dgm:pt>
    <dgm:pt modelId="{757826A3-A9D6-4FC8-81D0-3EBC1BC760CC}" type="sibTrans" cxnId="{59E2D5B1-8167-47C2-B27D-6E8E44FF9E5E}">
      <dgm:prSet/>
      <dgm:spPr/>
      <dgm:t>
        <a:bodyPr/>
        <a:lstStyle/>
        <a:p>
          <a:endParaRPr lang="en-US"/>
        </a:p>
      </dgm:t>
    </dgm:pt>
    <dgm:pt modelId="{FF2BA62F-D40E-4D21-A864-80A6AEA1CD3E}">
      <dgm:prSet/>
      <dgm:spPr/>
      <dgm:t>
        <a:bodyPr/>
        <a:lstStyle/>
        <a:p>
          <a:r>
            <a:rPr lang="en-US" dirty="0" err="1"/>
            <a:t>フェイスブックでの交流</a:t>
          </a:r>
          <a:endParaRPr lang="en-US" dirty="0"/>
        </a:p>
      </dgm:t>
    </dgm:pt>
    <dgm:pt modelId="{09C6F462-E817-4C17-8C09-8143E012FF50}" type="parTrans" cxnId="{A03F199B-3A68-46A1-8EA9-DF6676EC7825}">
      <dgm:prSet/>
      <dgm:spPr/>
      <dgm:t>
        <a:bodyPr/>
        <a:lstStyle/>
        <a:p>
          <a:endParaRPr lang="en-US"/>
        </a:p>
      </dgm:t>
    </dgm:pt>
    <dgm:pt modelId="{879C0F65-3509-458C-8A46-BBE33E06331F}" type="sibTrans" cxnId="{A03F199B-3A68-46A1-8EA9-DF6676EC7825}">
      <dgm:prSet/>
      <dgm:spPr/>
      <dgm:t>
        <a:bodyPr/>
        <a:lstStyle/>
        <a:p>
          <a:endParaRPr lang="en-US"/>
        </a:p>
      </dgm:t>
    </dgm:pt>
    <dgm:pt modelId="{504DBA69-A2F5-4146-A94B-FCBBB68477C0}" type="pres">
      <dgm:prSet presAssocID="{9AF39A11-E82B-43E6-9A96-ED3A220F13D9}" presName="vert0" presStyleCnt="0">
        <dgm:presLayoutVars>
          <dgm:dir/>
          <dgm:animOne val="branch"/>
          <dgm:animLvl val="lvl"/>
        </dgm:presLayoutVars>
      </dgm:prSet>
      <dgm:spPr/>
    </dgm:pt>
    <dgm:pt modelId="{7070D618-7CC5-2441-9D06-A8A84ED395EA}" type="pres">
      <dgm:prSet presAssocID="{F7C0447B-AFA7-46F8-841F-7217A66C9C95}" presName="thickLine" presStyleLbl="alignNode1" presStyleIdx="0" presStyleCnt="4"/>
      <dgm:spPr/>
    </dgm:pt>
    <dgm:pt modelId="{2E3EEA50-1848-8041-9959-9BCD07ADF998}" type="pres">
      <dgm:prSet presAssocID="{F7C0447B-AFA7-46F8-841F-7217A66C9C95}" presName="horz1" presStyleCnt="0"/>
      <dgm:spPr/>
    </dgm:pt>
    <dgm:pt modelId="{46696892-3C57-1446-9B94-DF28B2CCD069}" type="pres">
      <dgm:prSet presAssocID="{F7C0447B-AFA7-46F8-841F-7217A66C9C95}" presName="tx1" presStyleLbl="revTx" presStyleIdx="0" presStyleCnt="4"/>
      <dgm:spPr/>
    </dgm:pt>
    <dgm:pt modelId="{4C77B34E-96F8-724B-A1DC-3FCCB6DDA164}" type="pres">
      <dgm:prSet presAssocID="{F7C0447B-AFA7-46F8-841F-7217A66C9C95}" presName="vert1" presStyleCnt="0"/>
      <dgm:spPr/>
    </dgm:pt>
    <dgm:pt modelId="{2444795B-3ACE-EC47-84DA-C44C95C9A9D5}" type="pres">
      <dgm:prSet presAssocID="{DB1B7FD4-579F-47B1-A3E8-550CCACCA52B}" presName="thickLine" presStyleLbl="alignNode1" presStyleIdx="1" presStyleCnt="4"/>
      <dgm:spPr/>
    </dgm:pt>
    <dgm:pt modelId="{6C2ED6C7-63CE-064E-91A0-1AA444017B42}" type="pres">
      <dgm:prSet presAssocID="{DB1B7FD4-579F-47B1-A3E8-550CCACCA52B}" presName="horz1" presStyleCnt="0"/>
      <dgm:spPr/>
    </dgm:pt>
    <dgm:pt modelId="{D00B98DA-9BA7-A442-9497-F28D9AA200A9}" type="pres">
      <dgm:prSet presAssocID="{DB1B7FD4-579F-47B1-A3E8-550CCACCA52B}" presName="tx1" presStyleLbl="revTx" presStyleIdx="1" presStyleCnt="4"/>
      <dgm:spPr/>
    </dgm:pt>
    <dgm:pt modelId="{868D5DE2-6713-F641-B44F-C7B28E78E6B9}" type="pres">
      <dgm:prSet presAssocID="{DB1B7FD4-579F-47B1-A3E8-550CCACCA52B}" presName="vert1" presStyleCnt="0"/>
      <dgm:spPr/>
    </dgm:pt>
    <dgm:pt modelId="{45B6F42A-1805-7C40-8480-C913F6866B0B}" type="pres">
      <dgm:prSet presAssocID="{80F38D59-F1BF-444A-A4F4-6C9367B3015F}" presName="thickLine" presStyleLbl="alignNode1" presStyleIdx="2" presStyleCnt="4"/>
      <dgm:spPr/>
    </dgm:pt>
    <dgm:pt modelId="{B1E15CC8-E9C7-CD44-A959-E9E62BFD64A5}" type="pres">
      <dgm:prSet presAssocID="{80F38D59-F1BF-444A-A4F4-6C9367B3015F}" presName="horz1" presStyleCnt="0"/>
      <dgm:spPr/>
    </dgm:pt>
    <dgm:pt modelId="{2059B580-F23E-6D4A-B291-E593BCC8FF6A}" type="pres">
      <dgm:prSet presAssocID="{80F38D59-F1BF-444A-A4F4-6C9367B3015F}" presName="tx1" presStyleLbl="revTx" presStyleIdx="2" presStyleCnt="4"/>
      <dgm:spPr/>
    </dgm:pt>
    <dgm:pt modelId="{F9FB2F65-35A9-144B-AB19-A39CFACE4854}" type="pres">
      <dgm:prSet presAssocID="{80F38D59-F1BF-444A-A4F4-6C9367B3015F}" presName="vert1" presStyleCnt="0"/>
      <dgm:spPr/>
    </dgm:pt>
    <dgm:pt modelId="{D3E81B46-F612-4F4F-8F8C-958FA9A06F41}" type="pres">
      <dgm:prSet presAssocID="{FF2BA62F-D40E-4D21-A864-80A6AEA1CD3E}" presName="thickLine" presStyleLbl="alignNode1" presStyleIdx="3" presStyleCnt="4"/>
      <dgm:spPr/>
    </dgm:pt>
    <dgm:pt modelId="{B3FBDDA5-6497-7748-AA62-B8EE5ACC732C}" type="pres">
      <dgm:prSet presAssocID="{FF2BA62F-D40E-4D21-A864-80A6AEA1CD3E}" presName="horz1" presStyleCnt="0"/>
      <dgm:spPr/>
    </dgm:pt>
    <dgm:pt modelId="{38438E81-8843-A240-BFD0-D4AA33ED46E4}" type="pres">
      <dgm:prSet presAssocID="{FF2BA62F-D40E-4D21-A864-80A6AEA1CD3E}" presName="tx1" presStyleLbl="revTx" presStyleIdx="3" presStyleCnt="4"/>
      <dgm:spPr/>
    </dgm:pt>
    <dgm:pt modelId="{4025A0BE-25DD-2145-B55D-E990ED6DEDBF}" type="pres">
      <dgm:prSet presAssocID="{FF2BA62F-D40E-4D21-A864-80A6AEA1CD3E}" presName="vert1" presStyleCnt="0"/>
      <dgm:spPr/>
    </dgm:pt>
  </dgm:ptLst>
  <dgm:cxnLst>
    <dgm:cxn modelId="{DE213011-247F-498B-84C3-9D595785A988}" srcId="{9AF39A11-E82B-43E6-9A96-ED3A220F13D9}" destId="{F7C0447B-AFA7-46F8-841F-7217A66C9C95}" srcOrd="0" destOrd="0" parTransId="{5A6276AA-2F64-450A-99E7-B0ECBA2A958F}" sibTransId="{1F3B3F75-A5BA-47CD-82A4-C69BF998C877}"/>
    <dgm:cxn modelId="{855CCA26-118D-4741-A405-BACBDC304F9C}" type="presOf" srcId="{F7C0447B-AFA7-46F8-841F-7217A66C9C95}" destId="{46696892-3C57-1446-9B94-DF28B2CCD069}" srcOrd="0" destOrd="0" presId="urn:microsoft.com/office/officeart/2008/layout/LinedList"/>
    <dgm:cxn modelId="{B6D6493A-362A-7943-890F-5A04AAEBC8A9}" type="presOf" srcId="{80F38D59-F1BF-444A-A4F4-6C9367B3015F}" destId="{2059B580-F23E-6D4A-B291-E593BCC8FF6A}" srcOrd="0" destOrd="0" presId="urn:microsoft.com/office/officeart/2008/layout/LinedList"/>
    <dgm:cxn modelId="{BE741F97-5088-BD44-A0FC-790DA79A93BD}" type="presOf" srcId="{DB1B7FD4-579F-47B1-A3E8-550CCACCA52B}" destId="{D00B98DA-9BA7-A442-9497-F28D9AA200A9}" srcOrd="0" destOrd="0" presId="urn:microsoft.com/office/officeart/2008/layout/LinedList"/>
    <dgm:cxn modelId="{A03F199B-3A68-46A1-8EA9-DF6676EC7825}" srcId="{9AF39A11-E82B-43E6-9A96-ED3A220F13D9}" destId="{FF2BA62F-D40E-4D21-A864-80A6AEA1CD3E}" srcOrd="3" destOrd="0" parTransId="{09C6F462-E817-4C17-8C09-8143E012FF50}" sibTransId="{879C0F65-3509-458C-8A46-BBE33E06331F}"/>
    <dgm:cxn modelId="{59E2D5B1-8167-47C2-B27D-6E8E44FF9E5E}" srcId="{9AF39A11-E82B-43E6-9A96-ED3A220F13D9}" destId="{80F38D59-F1BF-444A-A4F4-6C9367B3015F}" srcOrd="2" destOrd="0" parTransId="{DEAA977B-DF97-477E-81F1-E80845DC3B57}" sibTransId="{757826A3-A9D6-4FC8-81D0-3EBC1BC760CC}"/>
    <dgm:cxn modelId="{1BA85AC1-107F-6046-B491-0FA91BA47461}" type="presOf" srcId="{FF2BA62F-D40E-4D21-A864-80A6AEA1CD3E}" destId="{38438E81-8843-A240-BFD0-D4AA33ED46E4}" srcOrd="0" destOrd="0" presId="urn:microsoft.com/office/officeart/2008/layout/LinedList"/>
    <dgm:cxn modelId="{96B33FDE-5B13-CD47-90BB-D921A92B6C5A}" type="presOf" srcId="{9AF39A11-E82B-43E6-9A96-ED3A220F13D9}" destId="{504DBA69-A2F5-4146-A94B-FCBBB68477C0}" srcOrd="0" destOrd="0" presId="urn:microsoft.com/office/officeart/2008/layout/LinedList"/>
    <dgm:cxn modelId="{F6FBCCFA-6EA3-4957-992E-B8DED5241098}" srcId="{9AF39A11-E82B-43E6-9A96-ED3A220F13D9}" destId="{DB1B7FD4-579F-47B1-A3E8-550CCACCA52B}" srcOrd="1" destOrd="0" parTransId="{8ACA8414-288C-4FFA-BADA-C38F5AEECD20}" sibTransId="{1735EF77-72B2-4042-8820-446F776972E5}"/>
    <dgm:cxn modelId="{2A9DA911-2933-5E4D-8502-29C532A4A568}" type="presParOf" srcId="{504DBA69-A2F5-4146-A94B-FCBBB68477C0}" destId="{7070D618-7CC5-2441-9D06-A8A84ED395EA}" srcOrd="0" destOrd="0" presId="urn:microsoft.com/office/officeart/2008/layout/LinedList"/>
    <dgm:cxn modelId="{DB8DD3F4-09A5-084A-9128-446FD7ABB4A0}" type="presParOf" srcId="{504DBA69-A2F5-4146-A94B-FCBBB68477C0}" destId="{2E3EEA50-1848-8041-9959-9BCD07ADF998}" srcOrd="1" destOrd="0" presId="urn:microsoft.com/office/officeart/2008/layout/LinedList"/>
    <dgm:cxn modelId="{4DF81662-4D0B-0146-B0E1-6CBCFBB7C361}" type="presParOf" srcId="{2E3EEA50-1848-8041-9959-9BCD07ADF998}" destId="{46696892-3C57-1446-9B94-DF28B2CCD069}" srcOrd="0" destOrd="0" presId="urn:microsoft.com/office/officeart/2008/layout/LinedList"/>
    <dgm:cxn modelId="{9D879A51-9928-DE46-93D3-2CDE798162E3}" type="presParOf" srcId="{2E3EEA50-1848-8041-9959-9BCD07ADF998}" destId="{4C77B34E-96F8-724B-A1DC-3FCCB6DDA164}" srcOrd="1" destOrd="0" presId="urn:microsoft.com/office/officeart/2008/layout/LinedList"/>
    <dgm:cxn modelId="{333DE697-1A9B-4F4A-902D-7840E80C2043}" type="presParOf" srcId="{504DBA69-A2F5-4146-A94B-FCBBB68477C0}" destId="{2444795B-3ACE-EC47-84DA-C44C95C9A9D5}" srcOrd="2" destOrd="0" presId="urn:microsoft.com/office/officeart/2008/layout/LinedList"/>
    <dgm:cxn modelId="{14FDFA50-5CE1-3A41-95FE-6324592082FF}" type="presParOf" srcId="{504DBA69-A2F5-4146-A94B-FCBBB68477C0}" destId="{6C2ED6C7-63CE-064E-91A0-1AA444017B42}" srcOrd="3" destOrd="0" presId="urn:microsoft.com/office/officeart/2008/layout/LinedList"/>
    <dgm:cxn modelId="{62A51498-74E5-D042-B706-DAC3283BCA1B}" type="presParOf" srcId="{6C2ED6C7-63CE-064E-91A0-1AA444017B42}" destId="{D00B98DA-9BA7-A442-9497-F28D9AA200A9}" srcOrd="0" destOrd="0" presId="urn:microsoft.com/office/officeart/2008/layout/LinedList"/>
    <dgm:cxn modelId="{A218CF29-873F-8944-B8F5-760A7DBD96C3}" type="presParOf" srcId="{6C2ED6C7-63CE-064E-91A0-1AA444017B42}" destId="{868D5DE2-6713-F641-B44F-C7B28E78E6B9}" srcOrd="1" destOrd="0" presId="urn:microsoft.com/office/officeart/2008/layout/LinedList"/>
    <dgm:cxn modelId="{E3555B5C-8883-D648-9FD6-644EF12C2FF8}" type="presParOf" srcId="{504DBA69-A2F5-4146-A94B-FCBBB68477C0}" destId="{45B6F42A-1805-7C40-8480-C913F6866B0B}" srcOrd="4" destOrd="0" presId="urn:microsoft.com/office/officeart/2008/layout/LinedList"/>
    <dgm:cxn modelId="{9B62BE21-3AD9-7747-9E4C-58325B398AA9}" type="presParOf" srcId="{504DBA69-A2F5-4146-A94B-FCBBB68477C0}" destId="{B1E15CC8-E9C7-CD44-A959-E9E62BFD64A5}" srcOrd="5" destOrd="0" presId="urn:microsoft.com/office/officeart/2008/layout/LinedList"/>
    <dgm:cxn modelId="{6826E5A6-D0DA-0D49-A1C1-D723C785971B}" type="presParOf" srcId="{B1E15CC8-E9C7-CD44-A959-E9E62BFD64A5}" destId="{2059B580-F23E-6D4A-B291-E593BCC8FF6A}" srcOrd="0" destOrd="0" presId="urn:microsoft.com/office/officeart/2008/layout/LinedList"/>
    <dgm:cxn modelId="{130088F8-DC7E-0748-97C6-64D7AD5E822F}" type="presParOf" srcId="{B1E15CC8-E9C7-CD44-A959-E9E62BFD64A5}" destId="{F9FB2F65-35A9-144B-AB19-A39CFACE4854}" srcOrd="1" destOrd="0" presId="urn:microsoft.com/office/officeart/2008/layout/LinedList"/>
    <dgm:cxn modelId="{47AB86C7-EDB3-D248-AA88-D4B0234634DF}" type="presParOf" srcId="{504DBA69-A2F5-4146-A94B-FCBBB68477C0}" destId="{D3E81B46-F612-4F4F-8F8C-958FA9A06F41}" srcOrd="6" destOrd="0" presId="urn:microsoft.com/office/officeart/2008/layout/LinedList"/>
    <dgm:cxn modelId="{BE1770C9-81D0-B54D-AEA5-F38A48691BD6}" type="presParOf" srcId="{504DBA69-A2F5-4146-A94B-FCBBB68477C0}" destId="{B3FBDDA5-6497-7748-AA62-B8EE5ACC732C}" srcOrd="7" destOrd="0" presId="urn:microsoft.com/office/officeart/2008/layout/LinedList"/>
    <dgm:cxn modelId="{BE2D8823-97AB-AF44-8C02-B0241F7CF8B2}" type="presParOf" srcId="{B3FBDDA5-6497-7748-AA62-B8EE5ACC732C}" destId="{38438E81-8843-A240-BFD0-D4AA33ED46E4}" srcOrd="0" destOrd="0" presId="urn:microsoft.com/office/officeart/2008/layout/LinedList"/>
    <dgm:cxn modelId="{33391519-6141-8347-B460-92A32BEB7DE4}" type="presParOf" srcId="{B3FBDDA5-6497-7748-AA62-B8EE5ACC732C}" destId="{4025A0BE-25DD-2145-B55D-E990ED6DED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F39A11-E82B-43E6-9A96-ED3A220F13D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7C0447B-AFA7-46F8-841F-7217A66C9C95}">
      <dgm:prSet/>
      <dgm:spPr/>
      <dgm:t>
        <a:bodyPr/>
        <a:lstStyle/>
        <a:p>
          <a:r>
            <a:rPr kumimoji="1" lang="en-US"/>
            <a:t>NPO</a:t>
          </a:r>
          <a:r>
            <a:rPr kumimoji="1" lang="ja-JP"/>
            <a:t>支援への積極的な取組み</a:t>
          </a:r>
          <a:endParaRPr lang="en-US"/>
        </a:p>
      </dgm:t>
    </dgm:pt>
    <dgm:pt modelId="{5A6276AA-2F64-450A-99E7-B0ECBA2A958F}" type="parTrans" cxnId="{DE213011-247F-498B-84C3-9D595785A988}">
      <dgm:prSet/>
      <dgm:spPr/>
      <dgm:t>
        <a:bodyPr/>
        <a:lstStyle/>
        <a:p>
          <a:endParaRPr lang="en-US"/>
        </a:p>
      </dgm:t>
    </dgm:pt>
    <dgm:pt modelId="{1F3B3F75-A5BA-47CD-82A4-C69BF998C877}" type="sibTrans" cxnId="{DE213011-247F-498B-84C3-9D595785A988}">
      <dgm:prSet/>
      <dgm:spPr/>
      <dgm:t>
        <a:bodyPr/>
        <a:lstStyle/>
        <a:p>
          <a:endParaRPr lang="en-US"/>
        </a:p>
      </dgm:t>
    </dgm:pt>
    <dgm:pt modelId="{DB1B7FD4-579F-47B1-A3E8-550CCACCA52B}">
      <dgm:prSet/>
      <dgm:spPr/>
      <dgm:t>
        <a:bodyPr/>
        <a:lstStyle/>
        <a:p>
          <a:r>
            <a:rPr kumimoji="1" lang="ja-JP"/>
            <a:t>外部講師を招いてのセミナー</a:t>
          </a:r>
          <a:r>
            <a:rPr lang="ja-JP"/>
            <a:t>開催</a:t>
          </a:r>
          <a:endParaRPr lang="en-US" dirty="0"/>
        </a:p>
      </dgm:t>
    </dgm:pt>
    <dgm:pt modelId="{8ACA8414-288C-4FFA-BADA-C38F5AEECD20}" type="parTrans" cxnId="{F6FBCCFA-6EA3-4957-992E-B8DED5241098}">
      <dgm:prSet/>
      <dgm:spPr/>
      <dgm:t>
        <a:bodyPr/>
        <a:lstStyle/>
        <a:p>
          <a:endParaRPr lang="en-US"/>
        </a:p>
      </dgm:t>
    </dgm:pt>
    <dgm:pt modelId="{1735EF77-72B2-4042-8820-446F776972E5}" type="sibTrans" cxnId="{F6FBCCFA-6EA3-4957-992E-B8DED5241098}">
      <dgm:prSet/>
      <dgm:spPr/>
      <dgm:t>
        <a:bodyPr/>
        <a:lstStyle/>
        <a:p>
          <a:endParaRPr lang="en-US"/>
        </a:p>
      </dgm:t>
    </dgm:pt>
    <dgm:pt modelId="{80F38D59-F1BF-444A-A4F4-6C9367B3015F}">
      <dgm:prSet/>
      <dgm:spPr/>
      <dgm:t>
        <a:bodyPr/>
        <a:lstStyle/>
        <a:p>
          <a:r>
            <a:rPr lang="en-US"/>
            <a:t>研究会内での交流の活性化</a:t>
          </a:r>
          <a:endParaRPr lang="en-US" dirty="0"/>
        </a:p>
      </dgm:t>
    </dgm:pt>
    <dgm:pt modelId="{DEAA977B-DF97-477E-81F1-E80845DC3B57}" type="parTrans" cxnId="{59E2D5B1-8167-47C2-B27D-6E8E44FF9E5E}">
      <dgm:prSet/>
      <dgm:spPr/>
      <dgm:t>
        <a:bodyPr/>
        <a:lstStyle/>
        <a:p>
          <a:endParaRPr lang="en-US"/>
        </a:p>
      </dgm:t>
    </dgm:pt>
    <dgm:pt modelId="{757826A3-A9D6-4FC8-81D0-3EBC1BC760CC}" type="sibTrans" cxnId="{59E2D5B1-8167-47C2-B27D-6E8E44FF9E5E}">
      <dgm:prSet/>
      <dgm:spPr/>
      <dgm:t>
        <a:bodyPr/>
        <a:lstStyle/>
        <a:p>
          <a:endParaRPr lang="en-US"/>
        </a:p>
      </dgm:t>
    </dgm:pt>
    <dgm:pt modelId="{FF2BA62F-D40E-4D21-A864-80A6AEA1CD3E}">
      <dgm:prSet/>
      <dgm:spPr/>
      <dgm:t>
        <a:bodyPr/>
        <a:lstStyle/>
        <a:p>
          <a:r>
            <a:rPr kumimoji="1" lang="ja-JP"/>
            <a:t>企業内診断士が活躍する場の創出</a:t>
          </a:r>
          <a:endParaRPr lang="en-US" dirty="0"/>
        </a:p>
      </dgm:t>
    </dgm:pt>
    <dgm:pt modelId="{09C6F462-E817-4C17-8C09-8143E012FF50}" type="parTrans" cxnId="{A03F199B-3A68-46A1-8EA9-DF6676EC7825}">
      <dgm:prSet/>
      <dgm:spPr/>
      <dgm:t>
        <a:bodyPr/>
        <a:lstStyle/>
        <a:p>
          <a:endParaRPr lang="en-US"/>
        </a:p>
      </dgm:t>
    </dgm:pt>
    <dgm:pt modelId="{879C0F65-3509-458C-8A46-BBE33E06331F}" type="sibTrans" cxnId="{A03F199B-3A68-46A1-8EA9-DF6676EC7825}">
      <dgm:prSet/>
      <dgm:spPr/>
      <dgm:t>
        <a:bodyPr/>
        <a:lstStyle/>
        <a:p>
          <a:endParaRPr lang="en-US"/>
        </a:p>
      </dgm:t>
    </dgm:pt>
    <dgm:pt modelId="{504DBA69-A2F5-4146-A94B-FCBBB68477C0}" type="pres">
      <dgm:prSet presAssocID="{9AF39A11-E82B-43E6-9A96-ED3A220F13D9}" presName="vert0" presStyleCnt="0">
        <dgm:presLayoutVars>
          <dgm:dir/>
          <dgm:animOne val="branch"/>
          <dgm:animLvl val="lvl"/>
        </dgm:presLayoutVars>
      </dgm:prSet>
      <dgm:spPr/>
    </dgm:pt>
    <dgm:pt modelId="{7070D618-7CC5-2441-9D06-A8A84ED395EA}" type="pres">
      <dgm:prSet presAssocID="{F7C0447B-AFA7-46F8-841F-7217A66C9C95}" presName="thickLine" presStyleLbl="alignNode1" presStyleIdx="0" presStyleCnt="4"/>
      <dgm:spPr/>
    </dgm:pt>
    <dgm:pt modelId="{2E3EEA50-1848-8041-9959-9BCD07ADF998}" type="pres">
      <dgm:prSet presAssocID="{F7C0447B-AFA7-46F8-841F-7217A66C9C95}" presName="horz1" presStyleCnt="0"/>
      <dgm:spPr/>
    </dgm:pt>
    <dgm:pt modelId="{46696892-3C57-1446-9B94-DF28B2CCD069}" type="pres">
      <dgm:prSet presAssocID="{F7C0447B-AFA7-46F8-841F-7217A66C9C95}" presName="tx1" presStyleLbl="revTx" presStyleIdx="0" presStyleCnt="4"/>
      <dgm:spPr/>
    </dgm:pt>
    <dgm:pt modelId="{4C77B34E-96F8-724B-A1DC-3FCCB6DDA164}" type="pres">
      <dgm:prSet presAssocID="{F7C0447B-AFA7-46F8-841F-7217A66C9C95}" presName="vert1" presStyleCnt="0"/>
      <dgm:spPr/>
    </dgm:pt>
    <dgm:pt modelId="{2444795B-3ACE-EC47-84DA-C44C95C9A9D5}" type="pres">
      <dgm:prSet presAssocID="{DB1B7FD4-579F-47B1-A3E8-550CCACCA52B}" presName="thickLine" presStyleLbl="alignNode1" presStyleIdx="1" presStyleCnt="4"/>
      <dgm:spPr/>
    </dgm:pt>
    <dgm:pt modelId="{6C2ED6C7-63CE-064E-91A0-1AA444017B42}" type="pres">
      <dgm:prSet presAssocID="{DB1B7FD4-579F-47B1-A3E8-550CCACCA52B}" presName="horz1" presStyleCnt="0"/>
      <dgm:spPr/>
    </dgm:pt>
    <dgm:pt modelId="{D00B98DA-9BA7-A442-9497-F28D9AA200A9}" type="pres">
      <dgm:prSet presAssocID="{DB1B7FD4-579F-47B1-A3E8-550CCACCA52B}" presName="tx1" presStyleLbl="revTx" presStyleIdx="1" presStyleCnt="4"/>
      <dgm:spPr/>
    </dgm:pt>
    <dgm:pt modelId="{868D5DE2-6713-F641-B44F-C7B28E78E6B9}" type="pres">
      <dgm:prSet presAssocID="{DB1B7FD4-579F-47B1-A3E8-550CCACCA52B}" presName="vert1" presStyleCnt="0"/>
      <dgm:spPr/>
    </dgm:pt>
    <dgm:pt modelId="{45B6F42A-1805-7C40-8480-C913F6866B0B}" type="pres">
      <dgm:prSet presAssocID="{80F38D59-F1BF-444A-A4F4-6C9367B3015F}" presName="thickLine" presStyleLbl="alignNode1" presStyleIdx="2" presStyleCnt="4"/>
      <dgm:spPr/>
    </dgm:pt>
    <dgm:pt modelId="{B1E15CC8-E9C7-CD44-A959-E9E62BFD64A5}" type="pres">
      <dgm:prSet presAssocID="{80F38D59-F1BF-444A-A4F4-6C9367B3015F}" presName="horz1" presStyleCnt="0"/>
      <dgm:spPr/>
    </dgm:pt>
    <dgm:pt modelId="{2059B580-F23E-6D4A-B291-E593BCC8FF6A}" type="pres">
      <dgm:prSet presAssocID="{80F38D59-F1BF-444A-A4F4-6C9367B3015F}" presName="tx1" presStyleLbl="revTx" presStyleIdx="2" presStyleCnt="4"/>
      <dgm:spPr/>
    </dgm:pt>
    <dgm:pt modelId="{F9FB2F65-35A9-144B-AB19-A39CFACE4854}" type="pres">
      <dgm:prSet presAssocID="{80F38D59-F1BF-444A-A4F4-6C9367B3015F}" presName="vert1" presStyleCnt="0"/>
      <dgm:spPr/>
    </dgm:pt>
    <dgm:pt modelId="{D3E81B46-F612-4F4F-8F8C-958FA9A06F41}" type="pres">
      <dgm:prSet presAssocID="{FF2BA62F-D40E-4D21-A864-80A6AEA1CD3E}" presName="thickLine" presStyleLbl="alignNode1" presStyleIdx="3" presStyleCnt="4"/>
      <dgm:spPr/>
    </dgm:pt>
    <dgm:pt modelId="{B3FBDDA5-6497-7748-AA62-B8EE5ACC732C}" type="pres">
      <dgm:prSet presAssocID="{FF2BA62F-D40E-4D21-A864-80A6AEA1CD3E}" presName="horz1" presStyleCnt="0"/>
      <dgm:spPr/>
    </dgm:pt>
    <dgm:pt modelId="{38438E81-8843-A240-BFD0-D4AA33ED46E4}" type="pres">
      <dgm:prSet presAssocID="{FF2BA62F-D40E-4D21-A864-80A6AEA1CD3E}" presName="tx1" presStyleLbl="revTx" presStyleIdx="3" presStyleCnt="4"/>
      <dgm:spPr/>
    </dgm:pt>
    <dgm:pt modelId="{4025A0BE-25DD-2145-B55D-E990ED6DEDBF}" type="pres">
      <dgm:prSet presAssocID="{FF2BA62F-D40E-4D21-A864-80A6AEA1CD3E}" presName="vert1" presStyleCnt="0"/>
      <dgm:spPr/>
    </dgm:pt>
  </dgm:ptLst>
  <dgm:cxnLst>
    <dgm:cxn modelId="{DE213011-247F-498B-84C3-9D595785A988}" srcId="{9AF39A11-E82B-43E6-9A96-ED3A220F13D9}" destId="{F7C0447B-AFA7-46F8-841F-7217A66C9C95}" srcOrd="0" destOrd="0" parTransId="{5A6276AA-2F64-450A-99E7-B0ECBA2A958F}" sibTransId="{1F3B3F75-A5BA-47CD-82A4-C69BF998C877}"/>
    <dgm:cxn modelId="{855CCA26-118D-4741-A405-BACBDC304F9C}" type="presOf" srcId="{F7C0447B-AFA7-46F8-841F-7217A66C9C95}" destId="{46696892-3C57-1446-9B94-DF28B2CCD069}" srcOrd="0" destOrd="0" presId="urn:microsoft.com/office/officeart/2008/layout/LinedList"/>
    <dgm:cxn modelId="{B6D6493A-362A-7943-890F-5A04AAEBC8A9}" type="presOf" srcId="{80F38D59-F1BF-444A-A4F4-6C9367B3015F}" destId="{2059B580-F23E-6D4A-B291-E593BCC8FF6A}" srcOrd="0" destOrd="0" presId="urn:microsoft.com/office/officeart/2008/layout/LinedList"/>
    <dgm:cxn modelId="{BE741F97-5088-BD44-A0FC-790DA79A93BD}" type="presOf" srcId="{DB1B7FD4-579F-47B1-A3E8-550CCACCA52B}" destId="{D00B98DA-9BA7-A442-9497-F28D9AA200A9}" srcOrd="0" destOrd="0" presId="urn:microsoft.com/office/officeart/2008/layout/LinedList"/>
    <dgm:cxn modelId="{A03F199B-3A68-46A1-8EA9-DF6676EC7825}" srcId="{9AF39A11-E82B-43E6-9A96-ED3A220F13D9}" destId="{FF2BA62F-D40E-4D21-A864-80A6AEA1CD3E}" srcOrd="3" destOrd="0" parTransId="{09C6F462-E817-4C17-8C09-8143E012FF50}" sibTransId="{879C0F65-3509-458C-8A46-BBE33E06331F}"/>
    <dgm:cxn modelId="{59E2D5B1-8167-47C2-B27D-6E8E44FF9E5E}" srcId="{9AF39A11-E82B-43E6-9A96-ED3A220F13D9}" destId="{80F38D59-F1BF-444A-A4F4-6C9367B3015F}" srcOrd="2" destOrd="0" parTransId="{DEAA977B-DF97-477E-81F1-E80845DC3B57}" sibTransId="{757826A3-A9D6-4FC8-81D0-3EBC1BC760CC}"/>
    <dgm:cxn modelId="{1BA85AC1-107F-6046-B491-0FA91BA47461}" type="presOf" srcId="{FF2BA62F-D40E-4D21-A864-80A6AEA1CD3E}" destId="{38438E81-8843-A240-BFD0-D4AA33ED46E4}" srcOrd="0" destOrd="0" presId="urn:microsoft.com/office/officeart/2008/layout/LinedList"/>
    <dgm:cxn modelId="{96B33FDE-5B13-CD47-90BB-D921A92B6C5A}" type="presOf" srcId="{9AF39A11-E82B-43E6-9A96-ED3A220F13D9}" destId="{504DBA69-A2F5-4146-A94B-FCBBB68477C0}" srcOrd="0" destOrd="0" presId="urn:microsoft.com/office/officeart/2008/layout/LinedList"/>
    <dgm:cxn modelId="{F6FBCCFA-6EA3-4957-992E-B8DED5241098}" srcId="{9AF39A11-E82B-43E6-9A96-ED3A220F13D9}" destId="{DB1B7FD4-579F-47B1-A3E8-550CCACCA52B}" srcOrd="1" destOrd="0" parTransId="{8ACA8414-288C-4FFA-BADA-C38F5AEECD20}" sibTransId="{1735EF77-72B2-4042-8820-446F776972E5}"/>
    <dgm:cxn modelId="{2A9DA911-2933-5E4D-8502-29C532A4A568}" type="presParOf" srcId="{504DBA69-A2F5-4146-A94B-FCBBB68477C0}" destId="{7070D618-7CC5-2441-9D06-A8A84ED395EA}" srcOrd="0" destOrd="0" presId="urn:microsoft.com/office/officeart/2008/layout/LinedList"/>
    <dgm:cxn modelId="{DB8DD3F4-09A5-084A-9128-446FD7ABB4A0}" type="presParOf" srcId="{504DBA69-A2F5-4146-A94B-FCBBB68477C0}" destId="{2E3EEA50-1848-8041-9959-9BCD07ADF998}" srcOrd="1" destOrd="0" presId="urn:microsoft.com/office/officeart/2008/layout/LinedList"/>
    <dgm:cxn modelId="{4DF81662-4D0B-0146-B0E1-6CBCFBB7C361}" type="presParOf" srcId="{2E3EEA50-1848-8041-9959-9BCD07ADF998}" destId="{46696892-3C57-1446-9B94-DF28B2CCD069}" srcOrd="0" destOrd="0" presId="urn:microsoft.com/office/officeart/2008/layout/LinedList"/>
    <dgm:cxn modelId="{9D879A51-9928-DE46-93D3-2CDE798162E3}" type="presParOf" srcId="{2E3EEA50-1848-8041-9959-9BCD07ADF998}" destId="{4C77B34E-96F8-724B-A1DC-3FCCB6DDA164}" srcOrd="1" destOrd="0" presId="urn:microsoft.com/office/officeart/2008/layout/LinedList"/>
    <dgm:cxn modelId="{333DE697-1A9B-4F4A-902D-7840E80C2043}" type="presParOf" srcId="{504DBA69-A2F5-4146-A94B-FCBBB68477C0}" destId="{2444795B-3ACE-EC47-84DA-C44C95C9A9D5}" srcOrd="2" destOrd="0" presId="urn:microsoft.com/office/officeart/2008/layout/LinedList"/>
    <dgm:cxn modelId="{14FDFA50-5CE1-3A41-95FE-6324592082FF}" type="presParOf" srcId="{504DBA69-A2F5-4146-A94B-FCBBB68477C0}" destId="{6C2ED6C7-63CE-064E-91A0-1AA444017B42}" srcOrd="3" destOrd="0" presId="urn:microsoft.com/office/officeart/2008/layout/LinedList"/>
    <dgm:cxn modelId="{62A51498-74E5-D042-B706-DAC3283BCA1B}" type="presParOf" srcId="{6C2ED6C7-63CE-064E-91A0-1AA444017B42}" destId="{D00B98DA-9BA7-A442-9497-F28D9AA200A9}" srcOrd="0" destOrd="0" presId="urn:microsoft.com/office/officeart/2008/layout/LinedList"/>
    <dgm:cxn modelId="{A218CF29-873F-8944-B8F5-760A7DBD96C3}" type="presParOf" srcId="{6C2ED6C7-63CE-064E-91A0-1AA444017B42}" destId="{868D5DE2-6713-F641-B44F-C7B28E78E6B9}" srcOrd="1" destOrd="0" presId="urn:microsoft.com/office/officeart/2008/layout/LinedList"/>
    <dgm:cxn modelId="{E3555B5C-8883-D648-9FD6-644EF12C2FF8}" type="presParOf" srcId="{504DBA69-A2F5-4146-A94B-FCBBB68477C0}" destId="{45B6F42A-1805-7C40-8480-C913F6866B0B}" srcOrd="4" destOrd="0" presId="urn:microsoft.com/office/officeart/2008/layout/LinedList"/>
    <dgm:cxn modelId="{9B62BE21-3AD9-7747-9E4C-58325B398AA9}" type="presParOf" srcId="{504DBA69-A2F5-4146-A94B-FCBBB68477C0}" destId="{B1E15CC8-E9C7-CD44-A959-E9E62BFD64A5}" srcOrd="5" destOrd="0" presId="urn:microsoft.com/office/officeart/2008/layout/LinedList"/>
    <dgm:cxn modelId="{6826E5A6-D0DA-0D49-A1C1-D723C785971B}" type="presParOf" srcId="{B1E15CC8-E9C7-CD44-A959-E9E62BFD64A5}" destId="{2059B580-F23E-6D4A-B291-E593BCC8FF6A}" srcOrd="0" destOrd="0" presId="urn:microsoft.com/office/officeart/2008/layout/LinedList"/>
    <dgm:cxn modelId="{130088F8-DC7E-0748-97C6-64D7AD5E822F}" type="presParOf" srcId="{B1E15CC8-E9C7-CD44-A959-E9E62BFD64A5}" destId="{F9FB2F65-35A9-144B-AB19-A39CFACE4854}" srcOrd="1" destOrd="0" presId="urn:microsoft.com/office/officeart/2008/layout/LinedList"/>
    <dgm:cxn modelId="{47AB86C7-EDB3-D248-AA88-D4B0234634DF}" type="presParOf" srcId="{504DBA69-A2F5-4146-A94B-FCBBB68477C0}" destId="{D3E81B46-F612-4F4F-8F8C-958FA9A06F41}" srcOrd="6" destOrd="0" presId="urn:microsoft.com/office/officeart/2008/layout/LinedList"/>
    <dgm:cxn modelId="{BE1770C9-81D0-B54D-AEA5-F38A48691BD6}" type="presParOf" srcId="{504DBA69-A2F5-4146-A94B-FCBBB68477C0}" destId="{B3FBDDA5-6497-7748-AA62-B8EE5ACC732C}" srcOrd="7" destOrd="0" presId="urn:microsoft.com/office/officeart/2008/layout/LinedList"/>
    <dgm:cxn modelId="{BE2D8823-97AB-AF44-8C02-B0241F7CF8B2}" type="presParOf" srcId="{B3FBDDA5-6497-7748-AA62-B8EE5ACC732C}" destId="{38438E81-8843-A240-BFD0-D4AA33ED46E4}" srcOrd="0" destOrd="0" presId="urn:microsoft.com/office/officeart/2008/layout/LinedList"/>
    <dgm:cxn modelId="{33391519-6141-8347-B460-92A32BEB7DE4}" type="presParOf" srcId="{B3FBDDA5-6497-7748-AA62-B8EE5ACC732C}" destId="{4025A0BE-25DD-2145-B55D-E990ED6DED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0D618-7CC5-2441-9D06-A8A84ED395EA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96892-3C57-1446-9B94-DF28B2CCD069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 dirty="0"/>
            <a:t>NPO</a:t>
          </a:r>
          <a:r>
            <a:rPr kumimoji="1" lang="ja-JP" sz="3100" kern="1200"/>
            <a:t>支援</a:t>
          </a:r>
          <a:r>
            <a:rPr kumimoji="1" lang="ja-JP" altLang="en-US" sz="3100" kern="1200"/>
            <a:t>の土壌作り</a:t>
          </a:r>
          <a:endParaRPr lang="en-US" sz="3100" kern="1200" dirty="0"/>
        </a:p>
      </dsp:txBody>
      <dsp:txXfrm>
        <a:off x="0" y="0"/>
        <a:ext cx="6291714" cy="1382683"/>
      </dsp:txXfrm>
    </dsp:sp>
    <dsp:sp modelId="{2444795B-3ACE-EC47-84DA-C44C95C9A9D5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B98DA-9BA7-A442-9497-F28D9AA200A9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/>
            <a:t>研究会での</a:t>
          </a:r>
          <a:r>
            <a:rPr kumimoji="1" lang="ja-JP" sz="3100" kern="1200"/>
            <a:t>セミナー</a:t>
          </a:r>
          <a:r>
            <a:rPr lang="ja-JP" sz="3100" kern="1200"/>
            <a:t>開催</a:t>
          </a:r>
          <a:r>
            <a:rPr lang="ja-JP" altLang="en-US" sz="3100" kern="1200"/>
            <a:t>（毎月）</a:t>
          </a:r>
          <a:endParaRPr lang="en-US" sz="3100" kern="1200" dirty="0"/>
        </a:p>
      </dsp:txBody>
      <dsp:txXfrm>
        <a:off x="0" y="1382683"/>
        <a:ext cx="6291714" cy="1382683"/>
      </dsp:txXfrm>
    </dsp:sp>
    <dsp:sp modelId="{45B6F42A-1805-7C40-8480-C913F6866B0B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9B580-F23E-6D4A-B291-E593BCC8FF6A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100" kern="1200"/>
            <a:t>スキルアップセミナーの企画</a:t>
          </a:r>
          <a:endParaRPr lang="en-US" sz="3100" kern="1200" dirty="0"/>
        </a:p>
      </dsp:txBody>
      <dsp:txXfrm>
        <a:off x="0" y="2765367"/>
        <a:ext cx="6291714" cy="1382683"/>
      </dsp:txXfrm>
    </dsp:sp>
    <dsp:sp modelId="{D3E81B46-F612-4F4F-8F8C-958FA9A06F41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38E81-8843-A240-BFD0-D4AA33ED46E4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フェイスブックでの交流</a:t>
          </a:r>
          <a:endParaRPr lang="en-US" sz="3100" kern="1200" dirty="0"/>
        </a:p>
      </dsp:txBody>
      <dsp:txXfrm>
        <a:off x="0" y="4148051"/>
        <a:ext cx="6291714" cy="1382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0D618-7CC5-2441-9D06-A8A84ED395EA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96892-3C57-1446-9B94-DF28B2CCD069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/>
            <a:t>NPO</a:t>
          </a:r>
          <a:r>
            <a:rPr kumimoji="1" lang="ja-JP" sz="3100" kern="1200"/>
            <a:t>支援への積極的な取組み</a:t>
          </a:r>
          <a:endParaRPr lang="en-US" sz="3100" kern="1200"/>
        </a:p>
      </dsp:txBody>
      <dsp:txXfrm>
        <a:off x="0" y="0"/>
        <a:ext cx="6291714" cy="1382683"/>
      </dsp:txXfrm>
    </dsp:sp>
    <dsp:sp modelId="{2444795B-3ACE-EC47-84DA-C44C95C9A9D5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B98DA-9BA7-A442-9497-F28D9AA200A9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100" kern="1200"/>
            <a:t>外部講師を招いてのセミナー</a:t>
          </a:r>
          <a:r>
            <a:rPr lang="ja-JP" sz="3100" kern="1200"/>
            <a:t>開催</a:t>
          </a:r>
          <a:endParaRPr lang="en-US" sz="3100" kern="1200" dirty="0"/>
        </a:p>
      </dsp:txBody>
      <dsp:txXfrm>
        <a:off x="0" y="1382683"/>
        <a:ext cx="6291714" cy="1382683"/>
      </dsp:txXfrm>
    </dsp:sp>
    <dsp:sp modelId="{45B6F42A-1805-7C40-8480-C913F6866B0B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9B580-F23E-6D4A-B291-E593BCC8FF6A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研究会内での交流の活性化</a:t>
          </a:r>
          <a:endParaRPr lang="en-US" sz="3100" kern="1200" dirty="0"/>
        </a:p>
      </dsp:txBody>
      <dsp:txXfrm>
        <a:off x="0" y="2765367"/>
        <a:ext cx="6291714" cy="1382683"/>
      </dsp:txXfrm>
    </dsp:sp>
    <dsp:sp modelId="{D3E81B46-F612-4F4F-8F8C-958FA9A06F41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38E81-8843-A240-BFD0-D4AA33ED46E4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100" kern="1200"/>
            <a:t>企業内診断士が活躍する場の創出</a:t>
          </a:r>
          <a:endParaRPr lang="en-US" sz="3100" kern="1200" dirty="0"/>
        </a:p>
      </dsp:txBody>
      <dsp:txXfrm>
        <a:off x="0" y="4148051"/>
        <a:ext cx="6291714" cy="1382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332BA8-2FFE-48E0-9A4A-BF42E73DD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A716AF-C0E6-40F1-885C-C26F3E475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F9B8-7BD2-4E85-987A-E07EF1AC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967EE-4684-4240-8E52-A960C71B7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75926-F637-4DF9-853C-265D1CDF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16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9B9DF-A436-40B8-80C6-9444E704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2C321D-8304-47CA-9A9B-AE255DB52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E38BD8-D04D-4B05-9DCE-3E2ABEAA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119500-5B1A-441B-9213-16A1474A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9B846E-380D-404A-BC8A-E4B2404F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58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147879-9BD9-48DE-BEFD-2A6C0397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B99278-5832-4D98-A60A-691A8FA4B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69173D-5DD3-40B4-A862-07306D9E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8F7E3C-5379-45DA-8617-7A65296E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AC8369-52D0-4E5C-BCA6-E8BE0C07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81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06C5F-3AB4-4741-9225-A3CE842E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A4D056-F4E4-4BD5-9CE3-B470AAF34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B01AC7-139C-47CE-86C0-99513DD49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0CAB41-4C69-45B0-9961-F578ADB8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6847C6-5845-4D0C-A38D-4B93FEFA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50D46A-3336-4A18-8952-BEC9A320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5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0C35E-B035-4FA3-9DDB-DF71244B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F991FD-44E2-40C6-91B2-9B6329C4A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07920A-DBD7-47BE-95D4-727E71BC5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2F7FF7-6B5A-465A-9B9D-1886B68DD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5CC661-0E8D-409E-AFCF-85073432C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02E78BC-399B-4FDE-B6F0-CF5AAC88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887826-85B9-4F85-AFAE-760D808D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1A49E1-E3C0-4B56-94EB-D1399336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94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8FE31-59D3-4B7E-B6C8-7E39C48D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3D418E-BBB6-400E-B2DF-F2459294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CCC4D9-C003-4C93-A1A2-96E0E6F09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E8E40F-EA8B-4739-BA83-250F1996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10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B4EBE3-6344-42A6-B26A-3EB6BAC58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D78E42-D9D3-4C20-A85D-B835516C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554E83-4F09-44A1-BCC4-D8B773E1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11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1EB88-2054-455D-992B-B9B16DD3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47B5FF-CFF8-4676-9390-A040F1EE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A6F66A-E4EB-4034-8F30-C558F9202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6C61B5-C1A2-4CB2-865F-687DFB0C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60A178-A077-442B-865B-71564909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71A4D-5F70-4BDB-AED2-F8D22548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919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1D00A-FB0E-4B0B-BB10-07E7B656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FAC3A54-4DF4-46B2-BA06-F18BC0D88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CE2717-C3DF-4204-A4A2-4CC240EE3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6BFD14-3D60-44C9-A6B0-CA9E19C2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DB3084-363A-492B-B211-9D41F297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48C8D8-989A-4F72-933E-154B19DC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91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61251-E9E0-44FF-B529-B70CAE36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BD2BB6-ABB1-4C8F-9D4F-39D39F589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731EBA-13A7-4BA2-AC00-3DF476E5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013330-DD26-4C55-920F-C5B35EDA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2AF5D4-5BE6-4C71-97F4-4006584F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801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46A201C-F238-45A7-8FEE-9C6DE4B08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D9E881-E4D1-4F4A-B65B-F1047B793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847426-3455-4284-BF5F-25FBCE59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4E68E5-E74A-4E46-A2ED-10ED31AF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3165A-B6CF-4B98-8420-35B2DEFF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82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8CD328-C9CD-46C5-AA1D-2576B054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10EEE3-285F-4744-9E3C-C9FEB05D1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BC6A0-DFAA-4F79-8E85-561C3BE35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5D427-FE73-4768-A6E4-E832469607E2}" type="datetimeFigureOut">
              <a:rPr kumimoji="1" lang="ja-JP" altLang="en-US" smtClean="0"/>
              <a:t>2021/12/12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0B46EF-88A2-4EB5-A9E2-BDBEA07CA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1BD59-0E2E-4E12-AC14-D38BF7644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972BA-7726-4ABA-ABE4-47CB59A5A1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49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3EA9902-F0E0-9F4A-9ABC-7841180A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451"/>
            <a:ext cx="12192000" cy="599909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C1885D-9509-424A-816B-CF1AD4A19830}"/>
              </a:ext>
            </a:extLst>
          </p:cNvPr>
          <p:cNvSpPr txBox="1"/>
          <p:nvPr/>
        </p:nvSpPr>
        <p:spPr>
          <a:xfrm>
            <a:off x="85325" y="6170630"/>
            <a:ext cx="11674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愛知県</a:t>
            </a:r>
            <a:r>
              <a:rPr kumimoji="1" lang="ja-JP" altLang="en-US" sz="2800" b="1"/>
              <a:t>中小企業診断士</a:t>
            </a:r>
            <a:r>
              <a:rPr kumimoji="1" lang="ja-JP" altLang="en-US" sz="2800" b="1" dirty="0"/>
              <a:t>協会　あいち企業内診断士の会　会長　加藤智康</a:t>
            </a:r>
          </a:p>
        </p:txBody>
      </p:sp>
    </p:spTree>
    <p:extLst>
      <p:ext uri="{BB962C8B-B14F-4D97-AF65-F5344CB8AC3E}">
        <p14:creationId xmlns:p14="http://schemas.microsoft.com/office/powerpoint/2010/main" val="195631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3B716-A9B9-4185-BABC-93EB90E6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8662" cy="1325563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初年度企画　企業内診断士として生きる道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4E3C6F0-4AE6-45A6-A7DF-52E49D712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082" y="1403338"/>
            <a:ext cx="6095214" cy="5089537"/>
          </a:xfr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6544C57-B602-4B1D-BFFF-FAD71D17A2F6}"/>
              </a:ext>
            </a:extLst>
          </p:cNvPr>
          <p:cNvSpPr txBox="1"/>
          <p:nvPr/>
        </p:nvSpPr>
        <p:spPr>
          <a:xfrm>
            <a:off x="7100595" y="1690688"/>
            <a:ext cx="46730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2019</a:t>
            </a:r>
            <a:r>
              <a:rPr kumimoji="1" lang="ja-JP" altLang="en-US" sz="5400">
                <a:latin typeface="メイリオ" panose="020B0604030504040204" pitchFamily="50" charset="-128"/>
                <a:ea typeface="メイリオ" panose="020B0604030504040204" pitchFamily="50" charset="-128"/>
              </a:rPr>
              <a:t>年度発足</a:t>
            </a:r>
            <a:endParaRPr kumimoji="1" lang="en-US" altLang="ja-JP" sz="5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695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6327B4-B4B1-CD46-AAA2-46E6E315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rgbClr val="FFFFFF"/>
                </a:solidFill>
              </a:rPr>
              <a:t>現在の活動</a:t>
            </a:r>
            <a:r>
              <a:rPr lang="ja-JP" altLang="en-US">
                <a:solidFill>
                  <a:srgbClr val="FFFFFF"/>
                </a:solidFill>
              </a:rPr>
              <a:t>内容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graphicFrame>
        <p:nvGraphicFramePr>
          <p:cNvPr id="27" name="コンテンツ プレースホルダー 2">
            <a:extLst>
              <a:ext uri="{FF2B5EF4-FFF2-40B4-BE49-F238E27FC236}">
                <a16:creationId xmlns:a16="http://schemas.microsoft.com/office/drawing/2014/main" id="{69A00675-290B-4D8C-824F-7846A40E3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85532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879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8C72A0-736A-4E2A-A4A0-DDEDB2026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D49FE6D-E54D-4A15-9572-966ED42F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1489"/>
            <a:ext cx="12192000" cy="207732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1A785F9-0853-43F8-8DF2-77F99D54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88" y="4337523"/>
            <a:ext cx="10918056" cy="1327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200"/>
              <a:t>道を探す</a:t>
            </a:r>
            <a:r>
              <a:rPr lang="ja-JP" altLang="en-US" sz="4200"/>
              <a:t>同志</a:t>
            </a:r>
            <a:r>
              <a:rPr kumimoji="1" lang="ja-JP" altLang="en-US" sz="4200"/>
              <a:t>が集う</a:t>
            </a:r>
            <a:br>
              <a:rPr kumimoji="1" lang="en-US" altLang="ja-JP" sz="4200" dirty="0"/>
            </a:br>
            <a:r>
              <a:rPr kumimoji="1" lang="ja-JP" altLang="en-US" sz="4200"/>
              <a:t>あいち企業内診断士の会！！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FC8083-BBFA-464C-A805-4E844F66B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4149692"/>
            <a:ext cx="12188824" cy="0"/>
          </a:xfrm>
          <a:prstGeom prst="line">
            <a:avLst/>
          </a:prstGeom>
          <a:ln w="50800">
            <a:solidFill>
              <a:schemeClr val="bg1"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DF9911-4A37-4096-BE25-0CCCFEC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5711486"/>
            <a:ext cx="27432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752BC6-CDD2-4020-8DCF-B5E813CD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426067"/>
            <a:ext cx="12188824" cy="0"/>
          </a:xfrm>
          <a:prstGeom prst="line">
            <a:avLst/>
          </a:prstGeom>
          <a:ln w="50800">
            <a:solidFill>
              <a:schemeClr val="bg1"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1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41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9AC4CE0F-D1D0-3B40-A8F5-60035D42E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88" y="555625"/>
            <a:ext cx="3790950" cy="210026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FF531D8-9B7C-C84C-8892-897C6FAEE3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388" y="2724150"/>
            <a:ext cx="3790950" cy="246062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3BF5255-24DB-7F46-B669-06D5E04104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7600" y="555625"/>
            <a:ext cx="6194425" cy="462915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1A785F9-0853-43F8-8DF2-77F99D54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道を探す同志が集う</a:t>
            </a:r>
            <a:br>
              <a:rPr kumimoji="1" lang="en-US" altLang="ja-JP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あいち企業内診断士の会！！</a:t>
            </a:r>
          </a:p>
        </p:txBody>
      </p:sp>
    </p:spTree>
    <p:extLst>
      <p:ext uri="{BB962C8B-B14F-4D97-AF65-F5344CB8AC3E}">
        <p14:creationId xmlns:p14="http://schemas.microsoft.com/office/powerpoint/2010/main" val="229066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6327B4-B4B1-CD46-AAA2-46E6E315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rgbClr val="FFFFFF"/>
                </a:solidFill>
              </a:rPr>
              <a:t>今後の活動予定</a:t>
            </a:r>
          </a:p>
        </p:txBody>
      </p:sp>
      <p:graphicFrame>
        <p:nvGraphicFramePr>
          <p:cNvPr id="27" name="コンテンツ プレースホルダー 2">
            <a:extLst>
              <a:ext uri="{FF2B5EF4-FFF2-40B4-BE49-F238E27FC236}">
                <a16:creationId xmlns:a16="http://schemas.microsoft.com/office/drawing/2014/main" id="{69A00675-290B-4D8C-824F-7846A40E3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787564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58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100</Words>
  <Application>Microsoft Macintosh PowerPoint</Application>
  <PresentationFormat>ワイド画面</PresentationFormat>
  <Paragraphs>15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初年度企画　企業内診断士として生きる道</vt:lpstr>
      <vt:lpstr>現在の活動内容</vt:lpstr>
      <vt:lpstr>道を探す同志が集う あいち企業内診断士の会！！</vt:lpstr>
      <vt:lpstr>道を探す同志が集う あいち企業内診断士の会！！</vt:lpstr>
      <vt:lpstr>今後の活動予定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KATO TOMOYASU</dc:creator>
  <cp:lastModifiedBy>KATO TOMOYASU</cp:lastModifiedBy>
  <cp:revision>2</cp:revision>
  <dcterms:created xsi:type="dcterms:W3CDTF">2021-01-30T14:28:54Z</dcterms:created>
  <dcterms:modified xsi:type="dcterms:W3CDTF">2021-12-12T01:18:48Z</dcterms:modified>
</cp:coreProperties>
</file>