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WPC2029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学生アドボカシープロジェクト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パーキンソン病の課題に、自分たちの専門性で向き合う仲間を探しています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参加校募集企画書　|　NPO法人てんびん　|　2026年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WPC2026リーダーズ会議が示した世界のパーキンソン病アドボカシー5大課題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157276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609344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スティグマ・社会的孤立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99339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偏見が当事者を社会から遠ざける。年齢を問わず包摂が必要。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8980" y="1097280"/>
            <a:ext cx="2606040" cy="15727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870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78708" y="1609344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移動・公共空間の障壁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78708" y="199339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信号・ベンチ・交通機関が自立した生活を制限する。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606040" cy="157276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90488" y="1609344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診断時支援の不足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0488" y="199339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診断直後に必要な情報・つながりが届いていない。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931920" cy="15727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334670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医療アクセスの地域格差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730752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専門医・リハビリへのアクセスに国・地域間で大きな差がある。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3931920" cy="157276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64608" y="334670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国際連携体の必要性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3730752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各国単独では声が届かない。連携で政府・WHOへの働きかけを強化。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WPC2026 Leaders Meeting 議事録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てんびんは、学生と共に社会課題に向き合い続けてきた実績を持つNPOだ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NPO法人てんびんとは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3931920" cy="26517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パーキンソン病の当事者・家族を支援するNPO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756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PDヨガ・アートセラピー・無料相談会を主催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「誰もが彩り豊かに生き合う未来」を理念に活動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81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医療・文化・教育をつなぐハブとして機能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灘高校との連携実績（2026年4月）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444752"/>
            <a:ext cx="3931920" cy="2651760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2026年4月12日　兵庫県立美術館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01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「学生たちの発表会〜僕たち私たちがあなたのために出来ること〜」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414016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灘中学生が「パーキンソン病を取り巻く世界を良くするには」をテーマに医療従事者・行政・当事者団体へ社会提言を実施。同志社女子大学生によるアニメーション啓発作品も同日発表。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「医療」だけでなく「社会・文化・教育」から日本の声を世界へ届けるプロジェクトだ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496312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社会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496312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002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公共空間・交通のデザイン提言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6712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スティグマ解消キャンペーン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73405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行政・企業への働きかけ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097280"/>
            <a:ext cx="2496312" cy="384048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9728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文化・アート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19272" y="1481328"/>
            <a:ext cx="2496312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6002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映像・アニメーションによる啓発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16712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アートセラピーの普及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73405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当事者の表現の場づくり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1097280"/>
            <a:ext cx="2496312" cy="384048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09728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教育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1344" y="1481328"/>
            <a:ext cx="2496312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6002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学生による社会提言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91072" y="216712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異分野連携プロジェクト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2734056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次世代アドボカシーの育成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各校が「持ち込む」スタイル——テーマはてんびんが決めるのではなく、参加校が設定する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参加校には3つの条件だけを求める——形式・分野・規模は一切問わない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発表形式の例（これに限らない）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映像・ドキュメンタリー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アート・デザイン作品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学術研究・論文発表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政策提言・ロビー活動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96596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ワークショップ企画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2606040" cy="384048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65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アニメーション・SNS発信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78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参加の3条件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26060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443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260604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38328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自分たちの視点・テーマを持っていること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944368"/>
            <a:ext cx="2606040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443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46120" y="3291840"/>
            <a:ext cx="260604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338328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主体的に動けること（「参加させてもらう」スタンスは不可）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944368"/>
            <a:ext cx="2606040" cy="347472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9443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3291840"/>
            <a:ext cx="260604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38328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定期連携（年数回）に参加できること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224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条件を満たさない場合はお断りします。前向きな仲間だけを迎えるために、入口で正直に伝えます。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この企画は全員にとって意義がある——関わるすべてのステークホルダーに価値を設計した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3774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ステークホルダー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097280"/>
            <a:ext cx="57607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09728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この企画から得られる意義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23774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44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NPO法人てんびん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444752"/>
            <a:ext cx="57607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44475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若い世代との連携による活動の広がり・WPC2029での国際発信力強化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2377440" cy="53035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参加校の学生（共通）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2011680"/>
            <a:ext cx="5760720" cy="53035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01168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国際学会での発表実績・本物の社会課題への実践参加・異分野連携体験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23774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786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高校生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578608"/>
            <a:ext cx="57607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578608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総合型選抜での活動実績・社会へ提言する体験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45536"/>
            <a:ext cx="2377440" cy="53035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4553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大学生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3145536"/>
            <a:ext cx="5760720" cy="53035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145536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研究・就活における実績・社会実装の経験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23774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1246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パーキンソン病当事者・家族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3712464"/>
            <a:ext cx="576072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712464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多様な視点からのアドボカシー・社会的孤立の軽減・次世代との対話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まず「最初の3回」を設計する——入口を明確にすることで動き出しやすくする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496312" cy="502920"/>
          </a:xfrm>
          <a:prstGeom prst="rect">
            <a:avLst/>
          </a:prstGeom>
          <a:solidFill>
            <a:srgbClr val="B8CCE4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第1回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496312" cy="347472"/>
          </a:xfrm>
          <a:prstGeom prst="rect">
            <a:avLst/>
          </a:prstGeom>
          <a:solidFill>
            <a:srgbClr val="B8CCE4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キックオフ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2496312" cy="228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てんびんの活動紹介・理念の共有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65176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パーキンソン病当事者との交流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21868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各校のテーマ発表（仮）・方向性共有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9272" y="1097280"/>
            <a:ext cx="2496312" cy="502920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11556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第2回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9272" y="137160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2027年前半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19272" y="1600200"/>
            <a:ext cx="2496312" cy="347472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160020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中間共有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19272" y="1947672"/>
            <a:ext cx="2496312" cy="228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08483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各校の活動進捗を持ち寄り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65176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相互フィードバック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21868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課題・悩みの共有と対話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1344" y="1097280"/>
            <a:ext cx="2496312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111556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第3回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81344" y="137160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2027年後半〜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1600200"/>
            <a:ext cx="2496312" cy="34747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160020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国内中間発表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81344" y="1947672"/>
            <a:ext cx="2496312" cy="228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208483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WPC2029に向けた発表練習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91072" y="265176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内容のブラッシュアップ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91072" y="321868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連携の深化・発表体制の確認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この3回を経て、WPC2029までの活動サイクルを参加校と一緒につくっていきます。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2026年の参加校募集から始まり、WPC2029での発表まで3年間の共同プロジェクトとして動く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965960" cy="566928"/>
          </a:xfrm>
          <a:prstGeom prst="rect">
            <a:avLst/>
          </a:prstGeom>
          <a:solidFill>
            <a:srgbClr val="B8CCE4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始動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965960" cy="25420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105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参加校・参加学生の募集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46888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キックオフミーティング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12724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てんびん活動への参加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097280"/>
            <a:ext cx="1965960" cy="566928"/>
          </a:xfrm>
          <a:prstGeom prst="rect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14447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1664208"/>
            <a:ext cx="1965960" cy="25420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18105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各校テーマ設定・調査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24328" y="246888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当事者・医療者との交流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24328" y="312724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中間連携ミーティング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097280"/>
            <a:ext cx="1965960" cy="566928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0" y="14447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664208"/>
            <a:ext cx="1965960" cy="25420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18105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発表コンテンツ制作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81728" y="246888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国内中間発表・フィードバック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81728" y="312724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WPC2029 発表準備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1097280"/>
            <a:ext cx="1965960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29400" y="14447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29400" y="1664208"/>
            <a:ext cx="1965960" cy="2542032"/>
          </a:xfrm>
          <a:prstGeom prst="rect">
            <a:avLst/>
          </a:prstGeom>
          <a:solidFill>
            <a:srgbClr val="D9E5F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39128" y="18105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WPC2029にて世界発信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39128" y="246888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国内外への成果共有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39128" y="312724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次期プロジェクトへ継続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41648"/>
            <a:ext cx="8229600" cy="43891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04164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最終ゴール: WPC2029（世界パーキンソン病学会）での学生連合による国際発表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一緒に動ける仲間を、待っています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0" y="1572768"/>
            <a:ext cx="4572000" cy="0"/>
          </a:xfrm>
          <a:prstGeom prst="line">
            <a:avLst/>
          </a:prstGeom>
          <a:noFill/>
          <a:ln w="12700">
            <a:solidFill>
              <a:srgbClr val="7A9C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55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9CC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参加の3条件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12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自分たちの視点・テーマを持っていること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主体的に動けること（お客様参加はお断り）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定期連携（年数回）に参加できること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755648"/>
            <a:ext cx="0" cy="1737360"/>
          </a:xfrm>
          <a:prstGeom prst="line">
            <a:avLst/>
          </a:prstGeom>
          <a:noFill/>
          <a:ln w="6350">
            <a:solidFill>
              <a:srgbClr val="7A9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755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9CC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問い合わせ先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212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NPO法人てんびん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10bin.jp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73152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0332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「パーキンソン病を取り巻く世界を良くしたい」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その思いがあれば、分野も規模も問いません。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WPC2029 学生アドボカシープロジェクト 参加校募集企画書</dc:title>
  <dc:subject>PptxGenJS Presentation</dc:subject>
  <dc:creator>PptxGenJS</dc:creator>
  <cp:lastModifiedBy>PptxGenJS</cp:lastModifiedBy>
  <cp:revision>1</cp:revision>
  <dcterms:created xsi:type="dcterms:W3CDTF">2026-06-18T06:52:43Z</dcterms:created>
  <dcterms:modified xsi:type="dcterms:W3CDTF">2026-06-18T06:52:43Z</dcterms:modified>
</cp:coreProperties>
</file>