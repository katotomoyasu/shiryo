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WPC2029 学生アドボカシープロジェクト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運営体制 課題メモ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2026年6月18日　NPO法人てんびん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109728" cy="13716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先生（指導教員・アドバイザー）は未確保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これから探す段階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なぜ先生が必要か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高校生の参加を「学校公認」にするために指導教員が不可欠（特に総合型選抜実績）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大学生はゼミ・研究室単位での参加が想定されており、担当教員の後ろ盾が参加ハードルを下げる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半年ごとにメンバーが変わる構造でも、担当教員がいることで継続性が保ちやすくなる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必要な先生の種類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チーム伴走型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各参加校ごとに1人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高校：総合探究担当教員 or 顧問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大学：ゼミ担当教員・指導教授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パーキンソン病の専門知識は不要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05156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51560"/>
            <a:ext cx="3931920" cy="5029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0789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専門アドバイザー型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83480" y="164592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企画全体に1〜2人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医療・福祉・社会課題系の研究者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WPC2029での発信に説得力をもたせるために必要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てんびんの医療系人脈から探せるか要確認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優先アクションと探し方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solidFill>
            <a:srgbClr val="FFF3F3"/>
          </a:solidFill>
          <a:ln w="12700">
            <a:solidFill>
              <a:srgbClr val="F9616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109728" cy="1188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97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優先アクション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まず専門アドバイザーを1人確保する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→「○○先生が関わっている」という信頼性が、学校へのアプローチを一気に楽にする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探し方の候補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004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対象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アプローチ方法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高校の先生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探究実践校リストを活用して直接アプローチ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大学の先生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社会課題系ゼミ・医療福祉系学部に当たる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アドバイザー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WPC参加経験のある研究者・医師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未確認事項（TODO）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502920" cy="91440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てんびんの医療系人脈でアドバイザー候補がいるか確認する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468880"/>
            <a:ext cx="502920" cy="914400"/>
          </a:xfrm>
          <a:prstGeom prst="rect">
            <a:avLst/>
          </a:prstGeom>
          <a:solidFill>
            <a:srgbClr val="3D5A99"/>
          </a:solidFill>
          <a:ln w="12700">
            <a:solidFill>
              <a:srgbClr val="3D5A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688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0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声をかける高校・大学の候補リストを作成する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7731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2026年6月　NPO法人てんびん　WPC2029学生アドボカシープロジェクト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WPC2029学生アドボカシープロジェクト 運営体制 課題メモ</dc:title>
  <dc:subject>PptxGenJS Presentation</dc:subject>
  <dc:creator>PptxGenJS</dc:creator>
  <cp:lastModifiedBy>PptxGenJS</cp:lastModifiedBy>
  <cp:revision>1</cp:revision>
  <dcterms:created xsi:type="dcterms:W3CDTF">2026-06-18T13:32:27Z</dcterms:created>
  <dcterms:modified xsi:type="dcterms:W3CDTF">2026-06-18T13:32:27Z</dcterms:modified>
</cp:coreProperties>
</file>