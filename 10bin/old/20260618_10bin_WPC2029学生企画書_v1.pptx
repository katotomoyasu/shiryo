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WPC2029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学生アドボカシープロジェクト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同じ課題意識を持つ仲間を探しています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NPO法人てんびん  |  2026年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WPC2026リーダーズ会議が示した世界のパーキンソン病アドボカシー5大課題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06040" cy="157276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1609344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スティグマ・社会的孤立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993392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偏見が当事者を社会から遠ざける。年齢を問わず包摂が必要。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8980" y="1097280"/>
            <a:ext cx="2606040" cy="15727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870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78708" y="1609344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移動・公共空間の障壁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78708" y="1993392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信号時間・ベンチ・交通機関が自立した生活を制限する。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097280"/>
            <a:ext cx="2606040" cy="157276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90488" y="1609344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診断時支援の不足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0488" y="1993392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診断直後に必要な情報・つながりが届いていない。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3931920" cy="15727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" y="334670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医療アクセスの地域格差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730752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専門医・リハビリへのアクセスに国・地域間で大きな差がある。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3931920" cy="157276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64608" y="334670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国際連携体の必要性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3730752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各国単独では声が届かない。連携で政府・WHOへの働きかけを強化する。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WPC2026 Leaders Meeting 議事録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「医療」だけでなく「社会・文化・教育」からの発信こそ、日本が世界に貢献できる領域だ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496312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社会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2496312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002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公共空間・交通のデザイン提言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16712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スティグマ解消キャンペーン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734056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行政・企業への働きかけ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1097280"/>
            <a:ext cx="2496312" cy="384048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09728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文化・アート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19272" y="1481328"/>
            <a:ext cx="2496312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6002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映像・アニメーションによる啓発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16712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アートセラピーの普及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734056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当事者の表現の場づくり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1097280"/>
            <a:ext cx="2496312" cy="384048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09728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教育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81344" y="1481328"/>
            <a:ext cx="2496312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16002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学生による社会提言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91072" y="216712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異分野連携プロジェクト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91072" y="2734056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次世代アドボカシーの育成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次世代の声が、世界を動かす。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てんびんは、学生と共に社会課題に向き合い続けてきた実績を持つNPOだ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NPO法人てんびんとは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3931920" cy="26517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パーキンソン病の当事者・家族を支援するNPO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756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PDヨガ・アートセラピー・無料相談会を主催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786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「誰もが彩り豊かに生き合う未来」を理念に活動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815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医療・文化・教育をつなぐハブとして機能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47472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灘高校との連携実績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444752"/>
            <a:ext cx="3931920" cy="2651760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72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2026年4月12日（日）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兵庫県立美術館 KOBELCOミュージアムホール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2128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「学生たちの発表会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〜僕たち私たちがあなたのために出来ること〜」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788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灘中学生が「パーキンソン病を取り巻く世界を良くするには」をテーマに、医療従事者・行政・当事者団体へ社会提言を実施。同志社女子大学生によるアニメーション啓発作品も同日発表。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この企画は「参加させてあげる」のではなく「一緒に世界を動かす仲間」を集めるプロジェクトだ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47472"/>
          </a:xfrm>
          <a:prstGeom prst="rect">
            <a:avLst/>
          </a:prstGeom>
          <a:solidFill>
            <a:srgbClr val="B8CCE4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よくある「参加型」企画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3931920" cy="26517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  テーマは主催者が決める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130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  参加者はコンテンツを「受け取る」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6609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  単発イベントで終わる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1912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  お客様として扱われる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2468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この企画のスタンス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444752"/>
            <a:ext cx="3931920" cy="2651760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 各校が自分たちのテーマを持ち込む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130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 学生が「つくる側」として主体的に参加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6609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 WPC2029まで継続して連携する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1912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 仲間として対等に動く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参加校には「テーマと主体性」だけを求める—発表形式・分野・規模は一切問わない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発表形式の例（これに限らない）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映像・ドキュメンタリー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アート・デザイン作品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学術研究・論文発表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65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政策提言・ロビー活動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96596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965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ワークショップ企画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96596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65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アニメーション・SNS発信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お願いすること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944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自分たちの視点・テーマを持って参加すること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41985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 てんびんとの定期連携（年数回の進捗共有・現場へのアクセス）に参加できること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89534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 WPC2029での発表に向けて、自律的に活動を進められること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参加校・参加学生には国際発表から実践経験まで、複数の具体的な価値がある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9728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国際学会（WPC2029）での発表実績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3931920" cy="1225296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3657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世界パーキンソン病学会という国際舞台に、学生として立てる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09728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 異分野・異校種との本物の連携体験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44752"/>
            <a:ext cx="3931920" cy="1225296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00200"/>
            <a:ext cx="3657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NPO・医療者・他校学生と共に動く実践的な協働経験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31920" cy="347472"/>
          </a:xfrm>
          <a:prstGeom prst="rect">
            <a:avLst/>
          </a:prstGeom>
          <a:solidFill>
            <a:srgbClr val="B8CCE4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83464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 高校生：総合型選抜でのアピール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3931920" cy="1225296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37560"/>
            <a:ext cx="3657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社会課題への実践参加・国際学会発表は強力な活動実績になる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3931920" cy="347472"/>
          </a:xfrm>
          <a:prstGeom prst="rect">
            <a:avLst/>
          </a:prstGeom>
          <a:solidFill>
            <a:srgbClr val="B8CCE4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83464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 大学生：研究・就職活動の実績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182112"/>
            <a:ext cx="3931920" cy="1225296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337560"/>
            <a:ext cx="3657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国際学会発表・社会実装経験は研究者・社会人として強みになる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645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 「本物の社会課題」への実践参加——授業・演習を超えた、当事者と共に動く経験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2026年の参加校募集から始まり、WPC2029での発表まで3年間の共同プロジェクトとして動く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965960" cy="566928"/>
          </a:xfrm>
          <a:prstGeom prst="rect">
            <a:avLst/>
          </a:prstGeom>
          <a:solidFill>
            <a:srgbClr val="B8CCE4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始動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1965960" cy="25420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1051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参加校・参加学生の募集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46888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キックオフミーティング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312724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てんびん活動への参加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097280"/>
            <a:ext cx="1965960" cy="566928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15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14447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活動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1664208"/>
            <a:ext cx="1965960" cy="25420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181051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各校テーマ設定・調査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24328" y="246888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当事者・医療者との交流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24328" y="312724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中間連携ミーティング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097280"/>
            <a:ext cx="1965960" cy="566928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115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0" y="14447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664208"/>
            <a:ext cx="1965960" cy="25420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181051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発表コンテンツ制作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81728" y="246888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中間発表・フィードバック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81728" y="312724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WPC2029 発表準備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1097280"/>
            <a:ext cx="1965960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1115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2029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29400" y="14447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29400" y="1664208"/>
            <a:ext cx="1965960" cy="2542032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39128" y="181051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WPC2029にて世界発信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39128" y="246888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国内外への成果共有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39128" y="312724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次期プロジェクトへ継続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041648"/>
            <a:ext cx="8229600" cy="43891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04164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最終ゴール: WPC2029（世界パーキンソン病学会）での学生連合による国際発表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一緒に動ける仲間を、待っています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0" y="1572768"/>
            <a:ext cx="4572000" cy="0"/>
          </a:xfrm>
          <a:prstGeom prst="line">
            <a:avLst/>
          </a:prstGeom>
          <a:noFill/>
          <a:ln w="12700">
            <a:solidFill>
              <a:srgbClr val="7A9C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55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9CC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参加の条件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12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自分たちの視点・テーマを持っていること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主体的に動けること（お客様参加はお断り）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0906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定期連携（年数回）に参加できること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755648"/>
            <a:ext cx="0" cy="1737360"/>
          </a:xfrm>
          <a:prstGeom prst="line">
            <a:avLst/>
          </a:prstGeom>
          <a:noFill/>
          <a:ln w="6350">
            <a:solidFill>
              <a:srgbClr val="7A9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755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9CC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問い合わせ先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212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NPO法人てんびん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10bin.jp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703320"/>
            <a:ext cx="73152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0332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「パーキンソン病を取り巻く世界を良くしたい」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その思いがあれば、分野も規模も問いません。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WPC2029 学生アドボカシープロジェクト企画書</dc:title>
  <dc:subject>PptxGenJS Presentation</dc:subject>
  <dc:creator>PptxGenJS</dc:creator>
  <cp:lastModifiedBy>PptxGenJS</cp:lastModifiedBy>
  <cp:revision>1</cp:revision>
  <dcterms:created xsi:type="dcterms:W3CDTF">2026-06-18T06:41:39Z</dcterms:created>
  <dcterms:modified xsi:type="dcterms:W3CDTF">2026-06-18T06:41:39Z</dcterms:modified>
</cp:coreProperties>
</file>