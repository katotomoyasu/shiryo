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WPC2029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学生アドボカシープロジェクト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パーキンソン病の課題に、自分たちの専門性で向き合う仲間を探しています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参加チーム募集　|　NPO法人てんびん　|　2026年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WPC2026リーダーズ会議が示した世界のパーキンソン病アドボカシー5大課題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スティグマ・社会的孤立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偏見が当事者を社会から遠ざける。年齢を問わず包摂が必要。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8980" y="1097280"/>
            <a:ext cx="260604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870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870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移動・公共空間の障壁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870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信号・ベンチ・交通機関が自立した生活を制限する。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048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診断時支援の不足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診断直後に必要な情報・つながりが届いていない。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3192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医療アクセスの地域格差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専門医・リハビリへのアクセスに国・地域間で大きな差がある。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93192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国際連携体の必要性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各国単独では声が届かない。連携で政府・WHOへの働きかけを強化。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WPC2026 Leaders Meeting 議事録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てんびんは、学生と共に社会課題に向き合い続けてきた実績を持つNPOだ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NPO法人てんびんとは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931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パーキンソン病の当事者・家族を支援するNPO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PDヨガ・アートセラピー・無料相談会を主催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「誰もが彩り豊かに生き合う未来」を理念に活動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81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医療・文化・教育をつなぐハブとして機能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灘高校との連携実績（2026年4月）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3931920" cy="265176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2026年4月12日　兵庫県立美術館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「学生たちの発表会〜僕たち私たちがあなたのために出来ること〜」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414016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灘中学生が「パーキンソン病を取り巻く世界を良くするには」をテーマに医療従事者・行政・当事者団体へ社会提言を実施。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「人が続く」のではなく「テーマが育つ」——半年サイクル制で学生の主体性と継続性を両立する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188720"/>
            <a:ext cx="1645920" cy="822960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（半年）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04872" y="1371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52344" y="1188720"/>
            <a:ext cx="1645920" cy="82296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2344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（半年）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98264" y="1371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45736" y="1188720"/>
            <a:ext cx="1645920" cy="822960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とりまとめ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（1年）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91656" y="1371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39128" y="1188720"/>
            <a:ext cx="16459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（てんびん）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60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国内発表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52344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60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国内発表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39128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世界へ発信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2496312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146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学生にとって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862072"/>
            <a:ext cx="2496312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718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半年間コミット → 発表 → 完結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（次期参加も任意）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2514600"/>
            <a:ext cx="2496312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5146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テーマにとって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2862072"/>
            <a:ext cx="2496312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9718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前期の成果が次期の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スタートラインになる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2514600"/>
            <a:ext cx="249631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25146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てんびんとして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1344" y="2862072"/>
            <a:ext cx="2496312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9718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各期の蓄積を整理し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WPC2029でまとめて発信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参加チームには3つの条件だけを求める——形式・分野・規模は一切問わない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発表形式の例（これに限らない）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映像・ドキュメンタリー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アート・デザイン作品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学術研究・論文発表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政策提言・ロビー活動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ワークショップ企画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アニメーション・SNS発信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参加の3条件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26060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606040" cy="89611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83280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自分たちの視点・テーマを持っていること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44368"/>
            <a:ext cx="260604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3291840"/>
            <a:ext cx="2606040" cy="89611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383280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主体的に動けること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（「参加させてもらう」スタンスは不可）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44368"/>
            <a:ext cx="2606040" cy="347472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3291840"/>
            <a:ext cx="2606040" cy="89611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383280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月1〜2回程度の定期連携に参加できること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条件を満たさない場合はお断りします。前向きな仲間だけを迎えるために、入口で正直に伝えます。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この企画は全員にとって意義がある——関わるすべてのステークホルダーに価値を設計した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3774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ステークホルダー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57607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この企画から得られる意義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44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NPO法人てんびん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444752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44475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若い世代との継続的な連携・テーマの蓄積・WPC2029での国際発信力強化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37744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参加チームの学生（共通）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576072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01168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半年間の実践経験・国内発表実績・本物の社会課題への参加・異分野連携体験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786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578608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578608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総合型選抜での活動実績・社会へ提言する体験（半年完結で参加しやすい）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45536"/>
            <a:ext cx="237744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455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145536"/>
            <a:ext cx="576072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14553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研究・就活における実績・社会実装の経験（ゼミ・研究室単位での参加も可）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124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パーキンソン病当事者・家族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3712464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71246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多様な視点からの継続的なアドボカシー・次世代との継続的な対話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「人」ではなく「テーマ」が育つ——各期の成果が次の探究のスタートラインになる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783080" cy="502920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第1期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探究・提言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783080" cy="2057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「スティグマと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学生にできること」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調査・提言発表（例）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028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377440" y="1097280"/>
            <a:ext cx="1783080" cy="50292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第2期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掘り下げ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600200"/>
            <a:ext cx="1783080" cy="2057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前期の提言を受け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映像表現に発展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アニメーション制作（例）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6052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継承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97680" y="1097280"/>
            <a:ext cx="1783080" cy="502920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とりまとめ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てんびんが整理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1600200"/>
            <a:ext cx="1783080" cy="2057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2期分の成果を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てんびんが編集・整理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WPC2029発表へ準備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継承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217920" y="1097280"/>
            <a:ext cx="17830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WPC2029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世界へ発信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600200"/>
            <a:ext cx="1783080" cy="205740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「日本の学生×PD」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として国際学会で発表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次の世代へ引き継ぐ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テーマは次期チームが自由に設定します。掘り下げるか、全く新しい角度で入り直しても構いません。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半年サイクルを積み重ね、WPC2029にてんびんが蓄積を持ち寄る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41148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965960" cy="41148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1965960" cy="41148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097280"/>
            <a:ext cx="196596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965960" cy="2697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参加チーム募集・準備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第1期スタート（後半）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508760"/>
            <a:ext cx="1965960" cy="2697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第1期 国内発表（前半）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243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第2期スタート（後半）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24328" y="2962656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第2期 国内発表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508760"/>
            <a:ext cx="1965960" cy="2697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てんびんとりまとめ開始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17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 発表準備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1508760"/>
            <a:ext cx="1965960" cy="269748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 開催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391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てんびんが成果を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統合発表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8229600" cy="43891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416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てんびんが複数期の蓄積を整理・統合し、WPC2029（世界パーキンソン病学会）で発信する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一緒に動ける仲間を、待っています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1572768"/>
            <a:ext cx="4572000" cy="0"/>
          </a:xfrm>
          <a:prstGeom prst="line">
            <a:avLst/>
          </a:prstGeom>
          <a:noFill/>
          <a:ln w="12700">
            <a:solidFill>
              <a:srgbClr val="7A9C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参加の3条件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自分たちの視点・テーマを持っていること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主体的に動けること（お客様参加はお断り）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月1〜2回の定期連携に参加できること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755648"/>
            <a:ext cx="0" cy="1737360"/>
          </a:xfrm>
          <a:prstGeom prst="line">
            <a:avLst/>
          </a:prstGeom>
          <a:noFill/>
          <a:ln w="6350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問い合わせ先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NPO法人てんびん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10bin.jp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「パーキンソン病を取り巻く世界を良くしたい」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その思いがあれば、分野も規模も問いません。半年間、一緒に動きましょう。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WPC2029 学生アドボカシープロジェクト 参加チーム募集</dc:title>
  <dc:subject>PptxGenJS Presentation</dc:subject>
  <dc:creator>PptxGenJS</dc:creator>
  <cp:lastModifiedBy>PptxGenJS</cp:lastModifiedBy>
  <cp:revision>1</cp:revision>
  <dcterms:created xsi:type="dcterms:W3CDTF">2026-06-18T07:37:27Z</dcterms:created>
  <dcterms:modified xsi:type="dcterms:W3CDTF">2026-06-18T07:37:27Z</dcterms:modified>
</cp:coreProperties>
</file>